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6" r:id="rId8"/>
    <p:sldId id="277" r:id="rId9"/>
    <p:sldId id="265" r:id="rId10"/>
    <p:sldId id="262" r:id="rId11"/>
    <p:sldId id="268" r:id="rId12"/>
    <p:sldId id="269" r:id="rId13"/>
    <p:sldId id="270" r:id="rId14"/>
    <p:sldId id="274" r:id="rId15"/>
    <p:sldId id="273" r:id="rId16"/>
    <p:sldId id="271" r:id="rId17"/>
    <p:sldId id="263" r:id="rId18"/>
    <p:sldId id="264" r:id="rId19"/>
    <p:sldId id="272" r:id="rId20"/>
    <p:sldId id="276" r:id="rId21"/>
    <p:sldId id="267" r:id="rId22"/>
    <p:sldId id="275" r:id="rId23"/>
  </p:sldIdLst>
  <p:sldSz cx="12192000" cy="6858000"/>
  <p:notesSz cx="6858000" cy="9144000"/>
  <p:defaultTextStyle>
    <a:defPPr>
      <a:defRPr lang="en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18D538D-CC9B-48FB-AEA2-AA9C087B34F3}">
          <p14:sldIdLst>
            <p14:sldId id="256"/>
            <p14:sldId id="257"/>
            <p14:sldId id="259"/>
            <p14:sldId id="258"/>
            <p14:sldId id="260"/>
            <p14:sldId id="261"/>
            <p14:sldId id="266"/>
            <p14:sldId id="277"/>
            <p14:sldId id="265"/>
            <p14:sldId id="262"/>
            <p14:sldId id="268"/>
            <p14:sldId id="269"/>
            <p14:sldId id="270"/>
            <p14:sldId id="274"/>
            <p14:sldId id="273"/>
            <p14:sldId id="271"/>
            <p14:sldId id="263"/>
            <p14:sldId id="264"/>
            <p14:sldId id="272"/>
            <p14:sldId id="276"/>
            <p14:sldId id="267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932D5-FF4C-89A9-6459-5A45500CE6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08C55D-C247-894D-F907-D09A0F8DC8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2FDAA1-2899-C0DA-A085-3ED3977130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4CD45-3A11-47EB-BC83-72024EC8F30F}" type="datetimeFigureOut">
              <a:rPr lang="en-SE" smtClean="0"/>
              <a:t>2026-10-08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D1FC8F-75AE-779F-B285-FCBD0F72CA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E7DC43-D0A1-1DBF-CB54-64E8CB884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3FA76-8EF7-4230-BD17-6C4B95357AE2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7927974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1D0A8-25CC-04EF-C125-A329A2AF79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D04D25-4059-F335-CF21-E2556E70B8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BF5EEC-D0F1-C54D-10CF-B93E561FE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4CD45-3A11-47EB-BC83-72024EC8F30F}" type="datetimeFigureOut">
              <a:rPr lang="en-SE" smtClean="0"/>
              <a:t>2026-10-08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3BAA26-487E-A821-DC4D-1A6109CCE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C3E66F-B4B2-DBFA-97E8-BAE3CE9A1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3FA76-8EF7-4230-BD17-6C4B95357AE2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6607745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9C62A-51DA-B294-771B-20AF34733D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D6E6BF-5E7B-89E8-5F4D-941F7285F4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92CAB0-4050-C73A-EB95-7510D6B0D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4CD45-3A11-47EB-BC83-72024EC8F30F}" type="datetimeFigureOut">
              <a:rPr lang="en-SE" smtClean="0"/>
              <a:t>2026-10-08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F1E3C4-FA7D-A7FE-E848-1EF81416E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3988B9-1A6E-8F45-4D06-919D92B76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3FA76-8EF7-4230-BD17-6C4B95357AE2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5572488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F94B5-A34A-05E3-681B-F8486ED39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A37D26-5DE8-AA69-67EB-0EF303EAE7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880102-F7B7-425E-A6DA-223758613E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C056B8-4E6D-6F58-3DD7-9517654EE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4CD45-3A11-47EB-BC83-72024EC8F30F}" type="datetimeFigureOut">
              <a:rPr lang="en-SE" smtClean="0"/>
              <a:t>2026-10-08</a:t>
            </a:fld>
            <a:endParaRPr lang="en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CB2E61-801B-122F-8298-4879718F9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C08EFB-4E53-DAFE-BF60-6F92DB90C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3FA76-8EF7-4230-BD17-6C4B95357AE2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2079374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F2706-C2CB-0CB1-4B26-BB46A270F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458668-513B-6CDB-5CCF-C30DD982EA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B62B66-AB86-C84F-EED9-3359C5D463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2ED2BC4-A56E-2CC9-0D6F-9D662981D6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179603-6510-A8C9-2E7D-32E68C6984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9BDD1F0-D553-1DD5-6886-87929D316C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4CD45-3A11-47EB-BC83-72024EC8F30F}" type="datetimeFigureOut">
              <a:rPr lang="en-SE" smtClean="0"/>
              <a:t>2026-10-08</a:t>
            </a:fld>
            <a:endParaRPr lang="en-S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F27D38-26A5-3B03-6FF0-A9E49301A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917F76-9AF1-EBF1-6BAD-F745D0FCC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3FA76-8EF7-4230-BD17-6C4B95357AE2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0244616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46782-E5E7-E702-F94A-A697B4632E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07EDA3-6908-27D0-B08B-49D934AFB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4CD45-3A11-47EB-BC83-72024EC8F30F}" type="datetimeFigureOut">
              <a:rPr lang="en-SE" smtClean="0"/>
              <a:t>2026-10-08</a:t>
            </a:fld>
            <a:endParaRPr lang="en-S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673913-54B1-5074-01A8-93DCA662E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765233-2881-ADED-87DD-520890196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3FA76-8EF7-4230-BD17-6C4B95357AE2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6359711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0827A33-F0C6-5615-C634-C9689B8FBB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4CD45-3A11-47EB-BC83-72024EC8F30F}" type="datetimeFigureOut">
              <a:rPr lang="en-SE" smtClean="0"/>
              <a:t>2026-10-08</a:t>
            </a:fld>
            <a:endParaRPr lang="en-S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136F2E3-AC62-E665-6A54-FE0846E4D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EC0CFC-0CCF-9843-8207-89663FDE3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3FA76-8EF7-4230-BD17-6C4B95357AE2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445480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9B4A2-D56B-2971-7226-402F91E9F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1EDD78-1BA2-B000-900B-11948838D1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1E9A3E-6CAD-694D-5DD9-B099230D0C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232382-417B-52E2-F880-D0B271AFD5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4CD45-3A11-47EB-BC83-72024EC8F30F}" type="datetimeFigureOut">
              <a:rPr lang="en-SE" smtClean="0"/>
              <a:t>2026-10-08</a:t>
            </a:fld>
            <a:endParaRPr lang="en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31993F-D66A-4C38-4104-196DC400E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4712E7-4283-CFE6-2AA9-B3F366134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3FA76-8EF7-4230-BD17-6C4B95357AE2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2953975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7D8033-DADF-60E4-F13E-20CD51FC3B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BC3810C-442E-6A6E-82F1-3FA060BD9D00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0E3C19-43F0-E796-D362-7C82EFAB15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763936-A2D2-EC4E-B348-6343AF353B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4CD45-3A11-47EB-BC83-72024EC8F30F}" type="datetimeFigureOut">
              <a:rPr lang="en-SE" smtClean="0"/>
              <a:t>2026-10-08</a:t>
            </a:fld>
            <a:endParaRPr lang="en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4D91F9-25C7-C969-43DA-B368066DA8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452E57-8450-0A2D-83B7-F33B4504B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3FA76-8EF7-4230-BD17-6C4B95357AE2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6414089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DB21D-C416-A5D1-E60E-E36E2E6CA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CF0364-E160-C745-EF61-A5CA424B18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756FAE-E1E5-3C8C-5F6C-94E26D703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4CD45-3A11-47EB-BC83-72024EC8F30F}" type="datetimeFigureOut">
              <a:rPr lang="en-SE" smtClean="0"/>
              <a:t>2026-10-08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C6829D-3FFD-5781-D6D7-3D6D58554E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1A0729-C55F-273A-D03E-3B0DF80BF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3FA76-8EF7-4230-BD17-6C4B95357AE2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7312289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4615688-1134-CCA7-AC24-44C4523219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453757-0B8B-B34A-EA73-14B57A9C6F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96A5F5-B4BB-AA88-F72D-B364FB910C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4CD45-3A11-47EB-BC83-72024EC8F30F}" type="datetimeFigureOut">
              <a:rPr lang="en-SE" smtClean="0"/>
              <a:t>2026-10-08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56206E-94A6-B166-2A84-378108D7D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E83627-0082-12C1-ACAB-9E4E4AC7E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3FA76-8EF7-4230-BD17-6C4B95357AE2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8813138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0AA8BD-BB4A-EE73-C6AE-F3E99A3DE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A1CAF7-252B-10D8-A970-E2471F4B6E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4741BC-25EF-7635-5EA1-263752C18C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94CD45-3A11-47EB-BC83-72024EC8F30F}" type="datetimeFigureOut">
              <a:rPr lang="en-SE" smtClean="0"/>
              <a:t>2026-10-08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835457-73EB-ACD5-7F17-484AAD957D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741DD8-824D-A7C7-95DD-F35434F65F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83FA76-8EF7-4230-BD17-6C4B95357AE2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5005443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gbdk-2020/gbdk-2020/releases" TargetMode="External"/><Relationship Id="rId2" Type="http://schemas.openxmlformats.org/officeDocument/2006/relationships/hyperlink" Target="https://www.msys2.org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ithub.com/nesdev-org/MesenCE/releases" TargetMode="External"/><Relationship Id="rId4" Type="http://schemas.openxmlformats.org/officeDocument/2006/relationships/hyperlink" Target="https://github.com/ARCsweden/gamejam_gba" TargetMode="Externa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C98EC-AB03-3302-167E-2F085ABE8E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Game Boy </a:t>
            </a:r>
            <a:r>
              <a:rPr lang="en-US" dirty="0" err="1"/>
              <a:t>utveckling</a:t>
            </a:r>
            <a:br>
              <a:rPr lang="en-US" dirty="0"/>
            </a:br>
            <a:r>
              <a:rPr lang="en-US" dirty="0"/>
              <a:t>med GBDK</a:t>
            </a:r>
            <a:endParaRPr lang="en-S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0CEC65-3391-2724-946F-1FDA05DA85D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ARC </a:t>
            </a:r>
            <a:r>
              <a:rPr lang="en-US" dirty="0" err="1"/>
              <a:t>Gamejam</a:t>
            </a:r>
            <a:r>
              <a:rPr lang="en-US" dirty="0"/>
              <a:t> 2026</a:t>
            </a:r>
            <a:endParaRPr lang="en-SE" dirty="0"/>
          </a:p>
        </p:txBody>
      </p:sp>
      <p:pic>
        <p:nvPicPr>
          <p:cNvPr id="5" name="Picture 4" descr="Game Boy Color is 20 years old | ResetEra">
            <a:extLst>
              <a:ext uri="{FF2B5EF4-FFF2-40B4-BE49-F238E27FC236}">
                <a16:creationId xmlns:a16="http://schemas.microsoft.com/office/drawing/2014/main" id="{FC547895-3C88-9D93-B122-00F195BFEC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3533" y="4093870"/>
            <a:ext cx="3224934" cy="2151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70555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97436-53CB-0545-3839-11DC20BDA4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Målet</a:t>
            </a:r>
            <a:endParaRPr lang="en-SE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0125B4-76A2-89AE-6389-8581CA53964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err="1"/>
              <a:t>Att</a:t>
            </a:r>
            <a:r>
              <a:rPr lang="en-US" dirty="0"/>
              <a:t> </a:t>
            </a:r>
            <a:r>
              <a:rPr lang="en-US" dirty="0" err="1"/>
              <a:t>programmera</a:t>
            </a:r>
            <a:r>
              <a:rPr lang="en-US" dirty="0"/>
              <a:t> </a:t>
            </a:r>
            <a:r>
              <a:rPr lang="en-US" dirty="0" err="1"/>
              <a:t>ett</a:t>
            </a:r>
            <a:r>
              <a:rPr lang="en-US" dirty="0"/>
              <a:t> Game Boy (Color) </a:t>
            </a:r>
            <a:r>
              <a:rPr lang="en-US" dirty="0" err="1"/>
              <a:t>spel</a:t>
            </a:r>
            <a:r>
              <a:rPr lang="en-US" dirty="0"/>
              <a:t> </a:t>
            </a:r>
            <a:r>
              <a:rPr lang="en-US" dirty="0" err="1"/>
              <a:t>som</a:t>
            </a:r>
            <a:r>
              <a:rPr lang="en-US" dirty="0"/>
              <a:t> </a:t>
            </a:r>
            <a:r>
              <a:rPr lang="en-US" dirty="0" err="1"/>
              <a:t>kan</a:t>
            </a:r>
            <a:r>
              <a:rPr lang="en-US" dirty="0"/>
              <a:t> </a:t>
            </a:r>
            <a:r>
              <a:rPr lang="en-US" dirty="0" err="1"/>
              <a:t>köra</a:t>
            </a:r>
            <a:r>
              <a:rPr lang="en-US" dirty="0"/>
              <a:t> </a:t>
            </a:r>
            <a:r>
              <a:rPr lang="en-US" dirty="0" err="1"/>
              <a:t>på</a:t>
            </a:r>
            <a:r>
              <a:rPr lang="en-US" dirty="0"/>
              <a:t> </a:t>
            </a:r>
            <a:r>
              <a:rPr lang="en-US" dirty="0" err="1"/>
              <a:t>faktisk</a:t>
            </a:r>
            <a:r>
              <a:rPr lang="en-US" dirty="0"/>
              <a:t> </a:t>
            </a:r>
            <a:r>
              <a:rPr lang="en-US" dirty="0" err="1"/>
              <a:t>hårdvara</a:t>
            </a:r>
            <a:r>
              <a:rPr lang="en-US" dirty="0"/>
              <a:t> (GBA)</a:t>
            </a:r>
          </a:p>
          <a:p>
            <a:r>
              <a:rPr lang="en-US" dirty="0"/>
              <a:t>Komma </a:t>
            </a:r>
            <a:r>
              <a:rPr lang="en-US" dirty="0" err="1"/>
              <a:t>närmare</a:t>
            </a:r>
            <a:r>
              <a:rPr lang="en-US" dirty="0"/>
              <a:t> </a:t>
            </a:r>
            <a:r>
              <a:rPr lang="en-US" dirty="0" err="1"/>
              <a:t>hårdvaran</a:t>
            </a:r>
            <a:r>
              <a:rPr lang="en-US" dirty="0"/>
              <a:t> </a:t>
            </a:r>
            <a:r>
              <a:rPr lang="en-US" dirty="0" err="1"/>
              <a:t>jämfört</a:t>
            </a:r>
            <a:r>
              <a:rPr lang="en-US" dirty="0"/>
              <a:t> med Unity/Godot etc.</a:t>
            </a:r>
          </a:p>
          <a:p>
            <a:r>
              <a:rPr lang="en-US" dirty="0"/>
              <a:t>Jobba under </a:t>
            </a:r>
            <a:r>
              <a:rPr lang="en-US" dirty="0" err="1"/>
              <a:t>restriktioner</a:t>
            </a:r>
            <a:endParaRPr lang="en-US" dirty="0"/>
          </a:p>
          <a:p>
            <a:r>
              <a:rPr lang="en-US" dirty="0" err="1"/>
              <a:t>Lära</a:t>
            </a:r>
            <a:r>
              <a:rPr lang="en-US" dirty="0"/>
              <a:t> sig lite </a:t>
            </a:r>
            <a:r>
              <a:rPr lang="en-US" dirty="0" err="1"/>
              <a:t>spel-programmeringshistoria</a:t>
            </a:r>
            <a:endParaRPr lang="en-SE" dirty="0"/>
          </a:p>
        </p:txBody>
      </p:sp>
      <p:pic>
        <p:nvPicPr>
          <p:cNvPr id="6" name="20261001_172454">
            <a:hlinkClick r:id="" action="ppaction://media"/>
            <a:extLst>
              <a:ext uri="{FF2B5EF4-FFF2-40B4-BE49-F238E27FC236}">
                <a16:creationId xmlns:a16="http://schemas.microsoft.com/office/drawing/2014/main" id="{5E345A61-76F7-B61F-531B-0EE5394C3467}"/>
              </a:ext>
            </a:extLst>
          </p:cNvPr>
          <p:cNvPicPr>
            <a:picLocks noGrp="1" noChangeAspect="1"/>
          </p:cNvPicPr>
          <p:nvPr>
            <p:ph sz="half" idx="2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172200" y="2544763"/>
            <a:ext cx="5181600" cy="2913062"/>
          </a:xfrm>
        </p:spPr>
      </p:pic>
    </p:spTree>
    <p:extLst>
      <p:ext uri="{BB962C8B-B14F-4D97-AF65-F5344CB8AC3E}">
        <p14:creationId xmlns:p14="http://schemas.microsoft.com/office/powerpoint/2010/main" val="3332073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195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7912E-026F-0805-4A56-486C11BAF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Getting started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39F0B2-EECB-E126-3175-6D87A37D6DE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För </a:t>
            </a:r>
            <a:r>
              <a:rPr lang="en-US" dirty="0" err="1"/>
              <a:t>att</a:t>
            </a:r>
            <a:r>
              <a:rPr lang="en-US" dirty="0"/>
              <a:t> </a:t>
            </a:r>
            <a:r>
              <a:rPr lang="en-US" dirty="0" err="1"/>
              <a:t>komma</a:t>
            </a:r>
            <a:r>
              <a:rPr lang="en-US" dirty="0"/>
              <a:t> </a:t>
            </a:r>
            <a:r>
              <a:rPr lang="en-US" dirty="0" err="1"/>
              <a:t>igång</a:t>
            </a:r>
            <a:r>
              <a:rPr lang="en-US" dirty="0"/>
              <a:t> </a:t>
            </a:r>
            <a:r>
              <a:rPr lang="en-US" dirty="0" err="1"/>
              <a:t>har</a:t>
            </a:r>
            <a:r>
              <a:rPr lang="en-US" dirty="0"/>
              <a:t> vi </a:t>
            </a:r>
            <a:r>
              <a:rPr lang="en-US" dirty="0" err="1"/>
              <a:t>experimenterat</a:t>
            </a:r>
            <a:r>
              <a:rPr lang="en-US" dirty="0"/>
              <a:t> och </a:t>
            </a:r>
            <a:r>
              <a:rPr lang="en-US" dirty="0" err="1"/>
              <a:t>lagt</a:t>
            </a:r>
            <a:r>
              <a:rPr lang="en-US" dirty="0"/>
              <a:t> </a:t>
            </a:r>
            <a:r>
              <a:rPr lang="en-US" dirty="0" err="1"/>
              <a:t>upp</a:t>
            </a:r>
            <a:r>
              <a:rPr lang="en-US" dirty="0"/>
              <a:t> </a:t>
            </a:r>
            <a:r>
              <a:rPr lang="en-US" dirty="0" err="1"/>
              <a:t>ett</a:t>
            </a:r>
            <a:r>
              <a:rPr lang="en-US" dirty="0"/>
              <a:t> </a:t>
            </a:r>
            <a:r>
              <a:rPr lang="en-US" dirty="0" err="1"/>
              <a:t>projekt</a:t>
            </a:r>
            <a:r>
              <a:rPr lang="en-US" dirty="0"/>
              <a:t> </a:t>
            </a:r>
            <a:r>
              <a:rPr lang="en-US" dirty="0" err="1"/>
              <a:t>på</a:t>
            </a:r>
            <a:r>
              <a:rPr lang="en-US" dirty="0"/>
              <a:t> </a:t>
            </a:r>
            <a:r>
              <a:rPr lang="en-US" dirty="0" err="1"/>
              <a:t>github</a:t>
            </a:r>
            <a:r>
              <a:rPr lang="en-US" dirty="0"/>
              <a:t> (QR </a:t>
            </a:r>
            <a:r>
              <a:rPr lang="en-US" dirty="0" err="1"/>
              <a:t>kod</a:t>
            </a:r>
            <a:r>
              <a:rPr lang="en-US" dirty="0"/>
              <a:t>)</a:t>
            </a:r>
          </a:p>
          <a:p>
            <a:r>
              <a:rPr lang="en-US" dirty="0"/>
              <a:t>Det </a:t>
            </a:r>
            <a:r>
              <a:rPr lang="en-US" dirty="0" err="1"/>
              <a:t>finns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blandning</a:t>
            </a:r>
            <a:r>
              <a:rPr lang="en-US" dirty="0"/>
              <a:t> av </a:t>
            </a:r>
            <a:r>
              <a:rPr lang="en-US" dirty="0" err="1"/>
              <a:t>anteckningar</a:t>
            </a:r>
            <a:r>
              <a:rPr lang="en-US" dirty="0"/>
              <a:t>/</a:t>
            </a:r>
            <a:r>
              <a:rPr lang="en-US" dirty="0" err="1"/>
              <a:t>observationer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filen</a:t>
            </a:r>
            <a:r>
              <a:rPr lang="en-US" dirty="0"/>
              <a:t> GBDK.md</a:t>
            </a:r>
          </a:p>
          <a:p>
            <a:r>
              <a:rPr lang="en-US" dirty="0"/>
              <a:t>Innan </a:t>
            </a:r>
            <a:r>
              <a:rPr lang="en-US" dirty="0" err="1"/>
              <a:t>kvällen</a:t>
            </a:r>
            <a:r>
              <a:rPr lang="en-US" dirty="0"/>
              <a:t> </a:t>
            </a:r>
            <a:r>
              <a:rPr lang="en-US" dirty="0" err="1"/>
              <a:t>är</a:t>
            </a:r>
            <a:r>
              <a:rPr lang="en-US" dirty="0"/>
              <a:t> slut </a:t>
            </a:r>
            <a:r>
              <a:rPr lang="en-US" dirty="0" err="1"/>
              <a:t>borde</a:t>
            </a:r>
            <a:r>
              <a:rPr lang="en-US" dirty="0"/>
              <a:t> alla </a:t>
            </a:r>
            <a:r>
              <a:rPr lang="en-US" dirty="0" err="1"/>
              <a:t>kunna</a:t>
            </a:r>
            <a:r>
              <a:rPr lang="en-US" dirty="0"/>
              <a:t> </a:t>
            </a:r>
            <a:r>
              <a:rPr lang="en-US" dirty="0" err="1"/>
              <a:t>bygga</a:t>
            </a:r>
            <a:r>
              <a:rPr lang="en-US" dirty="0"/>
              <a:t> och </a:t>
            </a:r>
            <a:r>
              <a:rPr lang="en-US" dirty="0" err="1"/>
              <a:t>köra</a:t>
            </a:r>
            <a:r>
              <a:rPr lang="en-US" dirty="0"/>
              <a:t> “</a:t>
            </a:r>
            <a:r>
              <a:rPr lang="en-US" dirty="0" err="1"/>
              <a:t>spelet</a:t>
            </a:r>
            <a:r>
              <a:rPr lang="en-US" dirty="0"/>
              <a:t>” </a:t>
            </a:r>
            <a:r>
              <a:rPr lang="en-US" dirty="0" err="1"/>
              <a:t>i</a:t>
            </a:r>
            <a:r>
              <a:rPr lang="en-US" dirty="0"/>
              <a:t> emulator</a:t>
            </a:r>
            <a:endParaRPr lang="en-SE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DE6C9B3-B917-7518-14D7-85C1EAE4522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064179" y="1825625"/>
            <a:ext cx="3511414" cy="349702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EC06D34-4D87-E4AE-DEDA-9D014E25A688}"/>
              </a:ext>
            </a:extLst>
          </p:cNvPr>
          <p:cNvSpPr txBox="1"/>
          <p:nvPr/>
        </p:nvSpPr>
        <p:spPr>
          <a:xfrm>
            <a:off x="6402726" y="5176092"/>
            <a:ext cx="50148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https://github.com/ARCsweden/gamejam_gba</a:t>
            </a:r>
            <a:endParaRPr lang="en-SE" dirty="0"/>
          </a:p>
        </p:txBody>
      </p:sp>
    </p:spTree>
    <p:extLst>
      <p:ext uri="{BB962C8B-B14F-4D97-AF65-F5344CB8AC3E}">
        <p14:creationId xmlns:p14="http://schemas.microsoft.com/office/powerpoint/2010/main" val="30054571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08815-C97B-838E-E9E3-97F09BB077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Ramverket</a:t>
            </a:r>
            <a:r>
              <a:rPr lang="en-US" dirty="0"/>
              <a:t> GBDK</a:t>
            </a:r>
            <a:endParaRPr lang="en-SE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7B11AA7-ADCD-EE85-E6CD-C3049FE327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GBDK (</a:t>
            </a:r>
            <a:r>
              <a:rPr lang="en-US" dirty="0" err="1"/>
              <a:t>GameBoy</a:t>
            </a:r>
            <a:r>
              <a:rPr lang="en-US" dirty="0"/>
              <a:t> Development Kit)</a:t>
            </a:r>
          </a:p>
          <a:p>
            <a:r>
              <a:rPr lang="en-US" dirty="0"/>
              <a:t>C-</a:t>
            </a:r>
            <a:r>
              <a:rPr lang="en-US" dirty="0" err="1"/>
              <a:t>baserat</a:t>
            </a:r>
            <a:r>
              <a:rPr lang="en-US" dirty="0"/>
              <a:t> </a:t>
            </a:r>
            <a:r>
              <a:rPr lang="en-US" dirty="0" err="1"/>
              <a:t>ramverk</a:t>
            </a:r>
            <a:r>
              <a:rPr lang="en-US" dirty="0"/>
              <a:t>/API för </a:t>
            </a:r>
            <a:r>
              <a:rPr lang="en-US" dirty="0" err="1"/>
              <a:t>att</a:t>
            </a:r>
            <a:r>
              <a:rPr lang="en-US" dirty="0"/>
              <a:t> </a:t>
            </a:r>
            <a:r>
              <a:rPr lang="en-US" dirty="0" err="1"/>
              <a:t>utveckla</a:t>
            </a:r>
            <a:r>
              <a:rPr lang="en-US" dirty="0"/>
              <a:t> och </a:t>
            </a:r>
            <a:r>
              <a:rPr lang="en-US" dirty="0" err="1"/>
              <a:t>bygga</a:t>
            </a:r>
            <a:r>
              <a:rPr lang="en-US" dirty="0"/>
              <a:t> program </a:t>
            </a:r>
            <a:r>
              <a:rPr lang="en-US" dirty="0" err="1"/>
              <a:t>som</a:t>
            </a:r>
            <a:r>
              <a:rPr lang="en-US" dirty="0"/>
              <a:t> </a:t>
            </a:r>
            <a:r>
              <a:rPr lang="en-US" dirty="0" err="1"/>
              <a:t>kör</a:t>
            </a:r>
            <a:r>
              <a:rPr lang="en-US" dirty="0"/>
              <a:t> </a:t>
            </a:r>
            <a:r>
              <a:rPr lang="en-US" dirty="0" err="1"/>
              <a:t>på</a:t>
            </a:r>
            <a:r>
              <a:rPr lang="en-US" dirty="0"/>
              <a:t> GB, GBC, NES (och </a:t>
            </a:r>
            <a:r>
              <a:rPr lang="en-US" dirty="0" err="1"/>
              <a:t>några</a:t>
            </a:r>
            <a:r>
              <a:rPr lang="en-US" dirty="0"/>
              <a:t> </a:t>
            </a:r>
            <a:r>
              <a:rPr lang="en-US" dirty="0" err="1"/>
              <a:t>andra</a:t>
            </a:r>
            <a:r>
              <a:rPr lang="en-US" dirty="0"/>
              <a:t> platformer med </a:t>
            </a:r>
            <a:r>
              <a:rPr lang="en-US" dirty="0" err="1"/>
              <a:t>liknande</a:t>
            </a:r>
            <a:r>
              <a:rPr lang="en-US" dirty="0"/>
              <a:t> </a:t>
            </a:r>
            <a:r>
              <a:rPr lang="en-US" dirty="0" err="1"/>
              <a:t>hårdvara</a:t>
            </a:r>
            <a:r>
              <a:rPr lang="en-US" dirty="0"/>
              <a:t>)</a:t>
            </a:r>
          </a:p>
          <a:p>
            <a:r>
              <a:rPr lang="en-US" dirty="0"/>
              <a:t>Toolchain, </a:t>
            </a:r>
            <a:r>
              <a:rPr lang="en-US" dirty="0" err="1"/>
              <a:t>verktyg</a:t>
            </a:r>
            <a:r>
              <a:rPr lang="en-US" dirty="0"/>
              <a:t> och </a:t>
            </a:r>
            <a:r>
              <a:rPr lang="en-US" dirty="0" err="1"/>
              <a:t>exempelkod</a:t>
            </a:r>
            <a:endParaRPr lang="en-US" dirty="0"/>
          </a:p>
          <a:p>
            <a:r>
              <a:rPr lang="en-US" dirty="0"/>
              <a:t>Inte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spelmotor</a:t>
            </a:r>
            <a:r>
              <a:rPr lang="en-US" dirty="0"/>
              <a:t>!</a:t>
            </a:r>
          </a:p>
          <a:p>
            <a:pPr lvl="1"/>
            <a:r>
              <a:rPr lang="en-US" dirty="0"/>
              <a:t>ZGB</a:t>
            </a:r>
          </a:p>
          <a:p>
            <a:r>
              <a:rPr lang="en-US" dirty="0"/>
              <a:t>Showcase: https://gbdk-2020.github.io/gbdk-2020-gallery</a:t>
            </a:r>
            <a:endParaRPr lang="en-SE" dirty="0"/>
          </a:p>
        </p:txBody>
      </p:sp>
    </p:spTree>
    <p:extLst>
      <p:ext uri="{BB962C8B-B14F-4D97-AF65-F5344CB8AC3E}">
        <p14:creationId xmlns:p14="http://schemas.microsoft.com/office/powerpoint/2010/main" val="36471906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206CB-AD69-25B1-A2A0-73F9C627F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Installera</a:t>
            </a:r>
            <a:r>
              <a:rPr lang="en-US" dirty="0"/>
              <a:t> </a:t>
            </a:r>
            <a:r>
              <a:rPr lang="en-US" dirty="0" err="1"/>
              <a:t>allt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74CAB0-469B-BE7A-7E45-55ED062BE3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err="1"/>
              <a:t>Installera</a:t>
            </a:r>
            <a:r>
              <a:rPr lang="en-US" dirty="0"/>
              <a:t> MSYS2 (om </a:t>
            </a:r>
            <a:r>
              <a:rPr lang="en-US" dirty="0" err="1"/>
              <a:t>ni</a:t>
            </a:r>
            <a:r>
              <a:rPr lang="en-US" dirty="0"/>
              <a:t> </a:t>
            </a:r>
            <a:r>
              <a:rPr lang="en-US" dirty="0" err="1"/>
              <a:t>inte</a:t>
            </a:r>
            <a:r>
              <a:rPr lang="en-US" dirty="0"/>
              <a:t> redan </a:t>
            </a:r>
            <a:r>
              <a:rPr lang="en-US" dirty="0" err="1"/>
              <a:t>har</a:t>
            </a:r>
            <a:r>
              <a:rPr lang="en-US" dirty="0"/>
              <a:t> </a:t>
            </a:r>
            <a:r>
              <a:rPr lang="en-US" b="1" dirty="0"/>
              <a:t>make</a:t>
            </a:r>
            <a:r>
              <a:rPr lang="en-US" dirty="0"/>
              <a:t>)</a:t>
            </a:r>
          </a:p>
          <a:p>
            <a:pPr lvl="1"/>
            <a:r>
              <a:rPr lang="en-SE" dirty="0">
                <a:hlinkClick r:id="rId2"/>
              </a:rPr>
              <a:t>https://www.msys2.org/</a:t>
            </a:r>
            <a:endParaRPr lang="en-SE" dirty="0"/>
          </a:p>
          <a:p>
            <a:pPr lvl="1"/>
            <a:r>
              <a:rPr lang="en-SE" dirty="0" err="1"/>
              <a:t>pacman</a:t>
            </a:r>
            <a:r>
              <a:rPr lang="en-SE" dirty="0"/>
              <a:t> -S make</a:t>
            </a:r>
          </a:p>
          <a:p>
            <a:r>
              <a:rPr lang="en-US" dirty="0"/>
              <a:t>Ladda </a:t>
            </a:r>
            <a:r>
              <a:rPr lang="en-US" dirty="0" err="1"/>
              <a:t>ner</a:t>
            </a:r>
            <a:r>
              <a:rPr lang="en-US" dirty="0"/>
              <a:t> GBDK (release!) för er </a:t>
            </a:r>
            <a:r>
              <a:rPr lang="en-US" dirty="0" err="1"/>
              <a:t>plattform</a:t>
            </a:r>
            <a:r>
              <a:rPr lang="en-US" dirty="0"/>
              <a:t>:</a:t>
            </a:r>
          </a:p>
          <a:p>
            <a:pPr lvl="1"/>
            <a:r>
              <a:rPr lang="en-US" dirty="0">
                <a:hlinkClick r:id="rId3"/>
              </a:rPr>
              <a:t>https://github.com/gbdk-2020/gbdk-2020/releases</a:t>
            </a:r>
            <a:endParaRPr lang="en-US" dirty="0"/>
          </a:p>
          <a:p>
            <a:r>
              <a:rPr lang="en-US" dirty="0" err="1"/>
              <a:t>Pröva</a:t>
            </a:r>
            <a:r>
              <a:rPr lang="en-US" dirty="0"/>
              <a:t> </a:t>
            </a:r>
            <a:r>
              <a:rPr lang="en-US" dirty="0" err="1"/>
              <a:t>bygga</a:t>
            </a:r>
            <a:r>
              <a:rPr lang="en-US" dirty="0"/>
              <a:t> </a:t>
            </a:r>
            <a:r>
              <a:rPr lang="en-US" dirty="0" err="1"/>
              <a:t>något</a:t>
            </a:r>
            <a:r>
              <a:rPr lang="en-US" dirty="0"/>
              <a:t> </a:t>
            </a:r>
            <a:r>
              <a:rPr lang="en-US" dirty="0" err="1"/>
              <a:t>exempel</a:t>
            </a:r>
            <a:r>
              <a:rPr lang="en-US" dirty="0"/>
              <a:t> (</a:t>
            </a:r>
            <a:r>
              <a:rPr lang="en-US" dirty="0" err="1"/>
              <a:t>kör</a:t>
            </a:r>
            <a:r>
              <a:rPr lang="en-US" dirty="0"/>
              <a:t> make under </a:t>
            </a:r>
            <a:r>
              <a:rPr lang="en-US" b="1" dirty="0"/>
              <a:t>examples/</a:t>
            </a:r>
            <a:r>
              <a:rPr lang="en-US" b="1" dirty="0" err="1"/>
              <a:t>gb</a:t>
            </a:r>
            <a:r>
              <a:rPr lang="en-US" dirty="0"/>
              <a:t>)</a:t>
            </a:r>
          </a:p>
          <a:p>
            <a:r>
              <a:rPr lang="en-US" dirty="0"/>
              <a:t>Ladda </a:t>
            </a:r>
            <a:r>
              <a:rPr lang="en-US" dirty="0" err="1"/>
              <a:t>ner</a:t>
            </a:r>
            <a:r>
              <a:rPr lang="en-US" dirty="0"/>
              <a:t> ARC repot och </a:t>
            </a:r>
            <a:r>
              <a:rPr lang="en-US" dirty="0" err="1"/>
              <a:t>lägg</a:t>
            </a:r>
            <a:r>
              <a:rPr lang="en-US" dirty="0"/>
              <a:t> det under </a:t>
            </a:r>
            <a:r>
              <a:rPr lang="en-US" b="1" dirty="0"/>
              <a:t>examples/</a:t>
            </a:r>
            <a:r>
              <a:rPr lang="en-US" b="1" dirty="0" err="1"/>
              <a:t>gb</a:t>
            </a:r>
            <a:endParaRPr lang="en-US" b="1" dirty="0"/>
          </a:p>
          <a:p>
            <a:pPr lvl="1"/>
            <a:r>
              <a:rPr lang="en-US" dirty="0">
                <a:hlinkClick r:id="rId4"/>
              </a:rPr>
              <a:t>https://github.com/ARCsweden/gamejam_gba</a:t>
            </a:r>
            <a:endParaRPr lang="en-US" dirty="0"/>
          </a:p>
          <a:p>
            <a:pPr lvl="1"/>
            <a:r>
              <a:rPr lang="en-US" dirty="0" err="1"/>
              <a:t>Pröva</a:t>
            </a:r>
            <a:r>
              <a:rPr lang="en-US" dirty="0"/>
              <a:t> </a:t>
            </a:r>
            <a:r>
              <a:rPr lang="en-US" dirty="0" err="1"/>
              <a:t>bygga</a:t>
            </a:r>
            <a:r>
              <a:rPr lang="en-US" dirty="0"/>
              <a:t> med </a:t>
            </a:r>
            <a:r>
              <a:rPr lang="en-US" b="1" dirty="0"/>
              <a:t>make</a:t>
            </a:r>
            <a:r>
              <a:rPr lang="en-US" dirty="0"/>
              <a:t>. Borde </a:t>
            </a:r>
            <a:r>
              <a:rPr lang="en-US" dirty="0" err="1"/>
              <a:t>skapa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b="1" dirty="0"/>
              <a:t>game.gb</a:t>
            </a:r>
            <a:r>
              <a:rPr lang="en-US" dirty="0"/>
              <a:t> fil</a:t>
            </a:r>
            <a:endParaRPr lang="en-US" b="1" dirty="0"/>
          </a:p>
          <a:p>
            <a:r>
              <a:rPr lang="en-US" dirty="0"/>
              <a:t>Ladda </a:t>
            </a:r>
            <a:r>
              <a:rPr lang="en-US" dirty="0" err="1"/>
              <a:t>ner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emulator (t ex </a:t>
            </a:r>
            <a:r>
              <a:rPr lang="en-US" dirty="0" err="1"/>
              <a:t>MesenCE</a:t>
            </a:r>
            <a:r>
              <a:rPr lang="en-US" dirty="0"/>
              <a:t>, </a:t>
            </a:r>
            <a:r>
              <a:rPr lang="en-US" dirty="0" err="1"/>
              <a:t>finns</a:t>
            </a:r>
            <a:r>
              <a:rPr lang="en-US" dirty="0"/>
              <a:t> </a:t>
            </a:r>
            <a:r>
              <a:rPr lang="en-US" dirty="0" err="1"/>
              <a:t>andra</a:t>
            </a:r>
            <a:r>
              <a:rPr lang="en-US" dirty="0"/>
              <a:t> </a:t>
            </a:r>
            <a:r>
              <a:rPr lang="en-US" dirty="0" err="1"/>
              <a:t>alternativ</a:t>
            </a:r>
            <a:r>
              <a:rPr lang="en-US" dirty="0"/>
              <a:t>):</a:t>
            </a:r>
          </a:p>
          <a:p>
            <a:pPr lvl="1"/>
            <a:r>
              <a:rPr lang="en-US" dirty="0">
                <a:hlinkClick r:id="rId5"/>
              </a:rPr>
              <a:t>https://github.com/nesdev-org/MesenCE/releases</a:t>
            </a:r>
            <a:endParaRPr lang="en-US" dirty="0"/>
          </a:p>
          <a:p>
            <a:pPr lvl="1"/>
            <a:r>
              <a:rPr lang="en-US" dirty="0"/>
              <a:t>Kör </a:t>
            </a:r>
            <a:r>
              <a:rPr lang="en-US" dirty="0" err="1"/>
              <a:t>spelet</a:t>
            </a:r>
            <a:r>
              <a:rPr lang="en-US" dirty="0"/>
              <a:t> </a:t>
            </a:r>
            <a:r>
              <a:rPr lang="en-US" dirty="0" err="1"/>
              <a:t>genom</a:t>
            </a:r>
            <a:r>
              <a:rPr lang="en-US" dirty="0"/>
              <a:t> </a:t>
            </a:r>
            <a:r>
              <a:rPr lang="en-US" dirty="0" err="1"/>
              <a:t>att</a:t>
            </a:r>
            <a:r>
              <a:rPr lang="en-US" dirty="0"/>
              <a:t> </a:t>
            </a:r>
            <a:r>
              <a:rPr lang="en-US" dirty="0" err="1"/>
              <a:t>starta</a:t>
            </a:r>
            <a:r>
              <a:rPr lang="en-US" dirty="0"/>
              <a:t> </a:t>
            </a:r>
            <a:r>
              <a:rPr lang="en-US" dirty="0" err="1"/>
              <a:t>emulatorn</a:t>
            </a:r>
            <a:r>
              <a:rPr lang="en-US" dirty="0"/>
              <a:t> och </a:t>
            </a:r>
            <a:r>
              <a:rPr lang="en-US" dirty="0" err="1"/>
              <a:t>dra</a:t>
            </a:r>
            <a:r>
              <a:rPr lang="en-US" dirty="0"/>
              <a:t> in </a:t>
            </a:r>
            <a:r>
              <a:rPr lang="en-US" b="1" dirty="0"/>
              <a:t>game.gb </a:t>
            </a:r>
            <a:r>
              <a:rPr lang="en-US" dirty="0" err="1"/>
              <a:t>i</a:t>
            </a:r>
            <a:r>
              <a:rPr lang="en-US" dirty="0"/>
              <a:t> den!</a:t>
            </a:r>
          </a:p>
          <a:p>
            <a:pPr lvl="1"/>
            <a:r>
              <a:rPr lang="en-US" dirty="0"/>
              <a:t>Kan </a:t>
            </a:r>
            <a:r>
              <a:rPr lang="en-US" dirty="0" err="1"/>
              <a:t>behöva</a:t>
            </a:r>
            <a:r>
              <a:rPr lang="en-US" dirty="0"/>
              <a:t> </a:t>
            </a:r>
            <a:r>
              <a:rPr lang="en-US" dirty="0" err="1"/>
              <a:t>ändra</a:t>
            </a:r>
            <a:r>
              <a:rPr lang="en-US" dirty="0"/>
              <a:t> </a:t>
            </a:r>
            <a:r>
              <a:rPr lang="en-US" b="1" dirty="0"/>
              <a:t>Settings-&gt;Region/Model </a:t>
            </a:r>
            <a:r>
              <a:rPr lang="en-US" dirty="0"/>
              <a:t>till </a:t>
            </a:r>
            <a:r>
              <a:rPr lang="en-US" b="1" dirty="0"/>
              <a:t>Game Boy Color</a:t>
            </a:r>
          </a:p>
        </p:txBody>
      </p:sp>
    </p:spTree>
    <p:extLst>
      <p:ext uri="{BB962C8B-B14F-4D97-AF65-F5344CB8AC3E}">
        <p14:creationId xmlns:p14="http://schemas.microsoft.com/office/powerpoint/2010/main" val="13731827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3B0CA-B13D-8E75-AD24-69B11448F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Hur </a:t>
            </a:r>
            <a:r>
              <a:rPr lang="en-US" dirty="0" err="1"/>
              <a:t>funkar</a:t>
            </a:r>
            <a:r>
              <a:rPr lang="en-US" dirty="0"/>
              <a:t> </a:t>
            </a:r>
            <a:r>
              <a:rPr lang="en-US" dirty="0" err="1"/>
              <a:t>ett</a:t>
            </a:r>
            <a:r>
              <a:rPr lang="en-US" dirty="0"/>
              <a:t> Game Boy (Color)?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DD2850-AE6F-C5AA-43A6-78EF540DDE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Sharp SM83 CPU @4.2/8.4MHz (</a:t>
            </a:r>
            <a:r>
              <a:rPr lang="en-US" dirty="0" err="1"/>
              <a:t>kompatibelt</a:t>
            </a:r>
            <a:r>
              <a:rPr lang="en-US" dirty="0"/>
              <a:t> med GB)</a:t>
            </a:r>
          </a:p>
          <a:p>
            <a:pPr lvl="1"/>
            <a:r>
              <a:rPr lang="en-US" dirty="0"/>
              <a:t>8-bit processor</a:t>
            </a:r>
          </a:p>
          <a:p>
            <a:r>
              <a:rPr lang="en-US" dirty="0"/>
              <a:t>32KB RAM, 16KB VRAM</a:t>
            </a:r>
          </a:p>
          <a:p>
            <a:r>
              <a:rPr lang="en-US" dirty="0"/>
              <a:t>160x144 pixel LCD</a:t>
            </a:r>
          </a:p>
          <a:p>
            <a:pPr lvl="1"/>
            <a:r>
              <a:rPr lang="en-US" dirty="0"/>
              <a:t>Kan visa </a:t>
            </a:r>
            <a:r>
              <a:rPr lang="en-US" dirty="0" err="1"/>
              <a:t>upp</a:t>
            </a:r>
            <a:r>
              <a:rPr lang="en-US" dirty="0"/>
              <a:t> till 56 </a:t>
            </a:r>
            <a:r>
              <a:rPr lang="en-US" dirty="0" err="1"/>
              <a:t>färger</a:t>
            </a:r>
            <a:r>
              <a:rPr lang="en-US" dirty="0"/>
              <a:t> (8x4 för </a:t>
            </a:r>
            <a:r>
              <a:rPr lang="en-US" dirty="0" err="1"/>
              <a:t>bg</a:t>
            </a:r>
            <a:r>
              <a:rPr lang="en-US" dirty="0"/>
              <a:t> + 8x3 för sprites) </a:t>
            </a:r>
            <a:r>
              <a:rPr lang="en-US" dirty="0" err="1"/>
              <a:t>samtidigt</a:t>
            </a:r>
            <a:r>
              <a:rPr lang="en-US" dirty="0"/>
              <a:t>, </a:t>
            </a:r>
            <a:r>
              <a:rPr lang="en-US" dirty="0" err="1"/>
              <a:t>från</a:t>
            </a:r>
            <a:r>
              <a:rPr lang="en-US" dirty="0"/>
              <a:t> 32768 </a:t>
            </a:r>
            <a:r>
              <a:rPr lang="en-US" dirty="0" err="1"/>
              <a:t>färger</a:t>
            </a:r>
            <a:r>
              <a:rPr lang="en-US" dirty="0"/>
              <a:t> </a:t>
            </a:r>
            <a:r>
              <a:rPr lang="en-US" dirty="0" err="1"/>
              <a:t>totalt</a:t>
            </a:r>
            <a:endParaRPr lang="en-US" dirty="0"/>
          </a:p>
          <a:p>
            <a:pPr lvl="1"/>
            <a:r>
              <a:rPr lang="en-US" dirty="0"/>
              <a:t>40 </a:t>
            </a:r>
            <a:r>
              <a:rPr lang="en-US" dirty="0" err="1"/>
              <a:t>hårdvaru</a:t>
            </a:r>
            <a:r>
              <a:rPr lang="en-US" dirty="0"/>
              <a:t> sprites (8x8 </a:t>
            </a:r>
            <a:r>
              <a:rPr lang="en-US" dirty="0" err="1"/>
              <a:t>eller</a:t>
            </a:r>
            <a:r>
              <a:rPr lang="en-US" dirty="0"/>
              <a:t> 8x16 </a:t>
            </a:r>
            <a:r>
              <a:rPr lang="en-US" dirty="0" err="1"/>
              <a:t>pixlar</a:t>
            </a:r>
            <a:r>
              <a:rPr lang="en-US" dirty="0"/>
              <a:t> </a:t>
            </a:r>
            <a:r>
              <a:rPr lang="en-US" dirty="0" err="1"/>
              <a:t>stora</a:t>
            </a:r>
            <a:r>
              <a:rPr lang="en-US" dirty="0"/>
              <a:t>) </a:t>
            </a:r>
            <a:r>
              <a:rPr lang="en-US" dirty="0" err="1"/>
              <a:t>samtidigt</a:t>
            </a:r>
            <a:endParaRPr lang="en-US" dirty="0"/>
          </a:p>
          <a:p>
            <a:pPr lvl="1"/>
            <a:r>
              <a:rPr lang="en-US" dirty="0"/>
              <a:t>32x32 </a:t>
            </a:r>
            <a:r>
              <a:rPr lang="en-US" dirty="0" err="1"/>
              <a:t>bakgrunds</a:t>
            </a:r>
            <a:r>
              <a:rPr lang="en-US" dirty="0"/>
              <a:t> tiles (8x8 </a:t>
            </a:r>
            <a:r>
              <a:rPr lang="en-US" dirty="0" err="1"/>
              <a:t>pixlar</a:t>
            </a:r>
            <a:r>
              <a:rPr lang="en-US" dirty="0"/>
              <a:t> </a:t>
            </a:r>
            <a:r>
              <a:rPr lang="en-US" dirty="0" err="1"/>
              <a:t>stora</a:t>
            </a:r>
            <a:r>
              <a:rPr lang="en-US" dirty="0"/>
              <a:t>, 256x256 </a:t>
            </a:r>
            <a:r>
              <a:rPr lang="en-US" dirty="0" err="1"/>
              <a:t>pixlar</a:t>
            </a:r>
            <a:r>
              <a:rPr lang="en-US" dirty="0"/>
              <a:t> </a:t>
            </a:r>
            <a:r>
              <a:rPr lang="en-US" dirty="0" err="1"/>
              <a:t>totalt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Rendering </a:t>
            </a:r>
            <a:r>
              <a:rPr lang="en-US" dirty="0" err="1"/>
              <a:t>i</a:t>
            </a:r>
            <a:r>
              <a:rPr lang="en-US" dirty="0"/>
              <a:t> ~60Hz</a:t>
            </a:r>
          </a:p>
          <a:p>
            <a:r>
              <a:rPr lang="en-US" dirty="0"/>
              <a:t>4-kanalers “</a:t>
            </a:r>
            <a:r>
              <a:rPr lang="en-US" dirty="0" err="1"/>
              <a:t>ljudkort</a:t>
            </a:r>
            <a:r>
              <a:rPr lang="en-US" dirty="0"/>
              <a:t>”</a:t>
            </a:r>
          </a:p>
          <a:p>
            <a:r>
              <a:rPr lang="en-US" dirty="0"/>
              <a:t>D-pad, A, B, Start, Select</a:t>
            </a:r>
          </a:p>
          <a:p>
            <a:r>
              <a:rPr lang="en-US" dirty="0" err="1"/>
              <a:t>Spel</a:t>
            </a:r>
            <a:r>
              <a:rPr lang="en-US" dirty="0"/>
              <a:t> </a:t>
            </a:r>
            <a:r>
              <a:rPr lang="en-US" dirty="0" err="1"/>
              <a:t>kommer</a:t>
            </a:r>
            <a:r>
              <a:rPr lang="en-US" dirty="0"/>
              <a:t> </a:t>
            </a:r>
            <a:r>
              <a:rPr lang="en-US" dirty="0" err="1"/>
              <a:t>på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cartridge, </a:t>
            </a:r>
            <a:r>
              <a:rPr lang="en-US" dirty="0" err="1"/>
              <a:t>som</a:t>
            </a:r>
            <a:r>
              <a:rPr lang="en-US" dirty="0"/>
              <a:t> </a:t>
            </a:r>
            <a:r>
              <a:rPr lang="en-US" dirty="0" err="1"/>
              <a:t>kan</a:t>
            </a:r>
            <a:r>
              <a:rPr lang="en-US" dirty="0"/>
              <a:t> </a:t>
            </a:r>
            <a:r>
              <a:rPr lang="en-US" dirty="0" err="1"/>
              <a:t>innehålla</a:t>
            </a:r>
            <a:r>
              <a:rPr lang="en-US" dirty="0"/>
              <a:t> extra </a:t>
            </a:r>
            <a:r>
              <a:rPr lang="en-US" dirty="0" err="1"/>
              <a:t>hårdvara</a:t>
            </a:r>
            <a:endParaRPr lang="en-US" dirty="0"/>
          </a:p>
          <a:p>
            <a:pPr lvl="1"/>
            <a:r>
              <a:rPr lang="en-US" dirty="0"/>
              <a:t>Under </a:t>
            </a:r>
            <a:r>
              <a:rPr lang="en-US" dirty="0" err="1"/>
              <a:t>gamejam</a:t>
            </a:r>
            <a:r>
              <a:rPr lang="en-US" dirty="0"/>
              <a:t> </a:t>
            </a:r>
            <a:r>
              <a:rPr lang="en-US" dirty="0" err="1"/>
              <a:t>kommer</a:t>
            </a:r>
            <a:r>
              <a:rPr lang="en-US" dirty="0"/>
              <a:t> vi </a:t>
            </a:r>
            <a:r>
              <a:rPr lang="en-US" dirty="0" err="1"/>
              <a:t>använda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SD-</a:t>
            </a:r>
            <a:r>
              <a:rPr lang="en-US" dirty="0" err="1"/>
              <a:t>korts</a:t>
            </a:r>
            <a:r>
              <a:rPr lang="en-US" dirty="0"/>
              <a:t> adapter</a:t>
            </a:r>
          </a:p>
          <a:p>
            <a:endParaRPr lang="en-SE" dirty="0"/>
          </a:p>
        </p:txBody>
      </p:sp>
    </p:spTree>
    <p:extLst>
      <p:ext uri="{BB962C8B-B14F-4D97-AF65-F5344CB8AC3E}">
        <p14:creationId xmlns:p14="http://schemas.microsoft.com/office/powerpoint/2010/main" val="31479246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7B59E-377F-DEEE-8A8B-978524ADF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Begränsningar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D20A6E-0F95-0C7C-4A86-B9C67DA363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Vi </a:t>
            </a:r>
            <a:r>
              <a:rPr lang="en-US" dirty="0" err="1"/>
              <a:t>har</a:t>
            </a:r>
            <a:r>
              <a:rPr lang="en-US" dirty="0"/>
              <a:t> (</a:t>
            </a:r>
            <a:r>
              <a:rPr lang="en-US" dirty="0" err="1"/>
              <a:t>relativt</a:t>
            </a:r>
            <a:r>
              <a:rPr lang="en-US" dirty="0"/>
              <a:t>) lite </a:t>
            </a:r>
            <a:r>
              <a:rPr lang="en-US" dirty="0" err="1"/>
              <a:t>minne</a:t>
            </a:r>
            <a:r>
              <a:rPr lang="en-US" dirty="0"/>
              <a:t> (32KB) och CPU (8.4MHz) </a:t>
            </a:r>
            <a:r>
              <a:rPr lang="en-US" dirty="0" err="1"/>
              <a:t>att</a:t>
            </a:r>
            <a:r>
              <a:rPr lang="en-US" dirty="0"/>
              <a:t> </a:t>
            </a:r>
            <a:r>
              <a:rPr lang="en-US" dirty="0" err="1"/>
              <a:t>jobba</a:t>
            </a:r>
            <a:r>
              <a:rPr lang="en-US" dirty="0"/>
              <a:t> med</a:t>
            </a:r>
          </a:p>
          <a:p>
            <a:pPr lvl="1"/>
            <a:r>
              <a:rPr lang="en-US" dirty="0" err="1"/>
              <a:t>Försök</a:t>
            </a:r>
            <a:r>
              <a:rPr lang="en-US" dirty="0"/>
              <a:t> </a:t>
            </a:r>
            <a:r>
              <a:rPr lang="en-US" dirty="0" err="1"/>
              <a:t>att</a:t>
            </a:r>
            <a:r>
              <a:rPr lang="en-US" dirty="0"/>
              <a:t> </a:t>
            </a:r>
            <a:r>
              <a:rPr lang="en-US" dirty="0" err="1"/>
              <a:t>inte</a:t>
            </a:r>
            <a:r>
              <a:rPr lang="en-US" dirty="0"/>
              <a:t> ha </a:t>
            </a:r>
            <a:r>
              <a:rPr lang="en-US" dirty="0" err="1"/>
              <a:t>stora</a:t>
            </a:r>
            <a:r>
              <a:rPr lang="en-US" dirty="0"/>
              <a:t> </a:t>
            </a:r>
            <a:r>
              <a:rPr lang="en-US" dirty="0" err="1"/>
              <a:t>variabler</a:t>
            </a:r>
            <a:r>
              <a:rPr lang="en-US" dirty="0"/>
              <a:t>/</a:t>
            </a:r>
            <a:r>
              <a:rPr lang="en-US" dirty="0" err="1"/>
              <a:t>arrayer</a:t>
            </a:r>
            <a:r>
              <a:rPr lang="en-US" dirty="0"/>
              <a:t> </a:t>
            </a:r>
            <a:r>
              <a:rPr lang="en-US" dirty="0" err="1"/>
              <a:t>som</a:t>
            </a:r>
            <a:r>
              <a:rPr lang="en-US" dirty="0"/>
              <a:t> </a:t>
            </a:r>
            <a:r>
              <a:rPr lang="en-US" dirty="0" err="1"/>
              <a:t>läggs</a:t>
            </a:r>
            <a:r>
              <a:rPr lang="en-US" dirty="0"/>
              <a:t> </a:t>
            </a:r>
            <a:r>
              <a:rPr lang="en-US" dirty="0" err="1"/>
              <a:t>på</a:t>
            </a:r>
            <a:r>
              <a:rPr lang="en-US" dirty="0"/>
              <a:t> </a:t>
            </a:r>
            <a:r>
              <a:rPr lang="en-US" dirty="0" err="1"/>
              <a:t>stacken</a:t>
            </a:r>
            <a:r>
              <a:rPr lang="en-US" dirty="0"/>
              <a:t> (</a:t>
            </a:r>
            <a:r>
              <a:rPr lang="en-US" dirty="0" err="1"/>
              <a:t>använd</a:t>
            </a:r>
            <a:r>
              <a:rPr lang="en-US" dirty="0"/>
              <a:t> static </a:t>
            </a:r>
            <a:r>
              <a:rPr lang="en-US" dirty="0" err="1"/>
              <a:t>globals</a:t>
            </a:r>
            <a:r>
              <a:rPr lang="en-US" dirty="0"/>
              <a:t>, </a:t>
            </a:r>
            <a:r>
              <a:rPr lang="en-US" dirty="0" err="1"/>
              <a:t>alternativt</a:t>
            </a:r>
            <a:r>
              <a:rPr lang="en-US" dirty="0"/>
              <a:t> </a:t>
            </a:r>
            <a:r>
              <a:rPr lang="en-US" dirty="0" err="1"/>
              <a:t>pekare</a:t>
            </a:r>
            <a:r>
              <a:rPr lang="en-US" dirty="0"/>
              <a:t>)</a:t>
            </a:r>
          </a:p>
          <a:p>
            <a:r>
              <a:rPr lang="en-US" dirty="0"/>
              <a:t>8-bit CPU, </a:t>
            </a:r>
            <a:r>
              <a:rPr lang="en-US" dirty="0" err="1"/>
              <a:t>så</a:t>
            </a:r>
            <a:r>
              <a:rPr lang="en-US" dirty="0"/>
              <a:t> </a:t>
            </a:r>
            <a:r>
              <a:rPr lang="en-US" dirty="0" err="1"/>
              <a:t>allt</a:t>
            </a:r>
            <a:r>
              <a:rPr lang="en-US" dirty="0"/>
              <a:t> </a:t>
            </a:r>
            <a:r>
              <a:rPr lang="en-US" dirty="0" err="1"/>
              <a:t>som</a:t>
            </a:r>
            <a:r>
              <a:rPr lang="en-US" dirty="0"/>
              <a:t> </a:t>
            </a:r>
            <a:r>
              <a:rPr lang="en-US" dirty="0" err="1"/>
              <a:t>kan</a:t>
            </a:r>
            <a:r>
              <a:rPr lang="en-US" dirty="0"/>
              <a:t> </a:t>
            </a:r>
            <a:r>
              <a:rPr lang="en-US" dirty="0" err="1"/>
              <a:t>vara</a:t>
            </a:r>
            <a:r>
              <a:rPr lang="en-US" dirty="0"/>
              <a:t> uint8_t (0-255) </a:t>
            </a:r>
            <a:r>
              <a:rPr lang="en-US" dirty="0" err="1"/>
              <a:t>är</a:t>
            </a:r>
            <a:r>
              <a:rPr lang="en-US" dirty="0"/>
              <a:t> bra</a:t>
            </a:r>
          </a:p>
          <a:p>
            <a:pPr lvl="1"/>
            <a:r>
              <a:rPr lang="en-US" dirty="0"/>
              <a:t>16-bit, 32-bit </a:t>
            </a:r>
            <a:r>
              <a:rPr lang="en-US" dirty="0" err="1"/>
              <a:t>är</a:t>
            </a:r>
            <a:r>
              <a:rPr lang="en-US" dirty="0"/>
              <a:t> ok, men lite </a:t>
            </a:r>
            <a:r>
              <a:rPr lang="en-US" dirty="0" err="1"/>
              <a:t>långsammare</a:t>
            </a:r>
            <a:endParaRPr lang="en-US" dirty="0"/>
          </a:p>
          <a:p>
            <a:pPr lvl="1"/>
            <a:r>
              <a:rPr lang="en-US" dirty="0"/>
              <a:t>Finns </a:t>
            </a:r>
            <a:r>
              <a:rPr lang="en-US" dirty="0" err="1"/>
              <a:t>inget</a:t>
            </a:r>
            <a:r>
              <a:rPr lang="en-US" dirty="0"/>
              <a:t> </a:t>
            </a:r>
            <a:r>
              <a:rPr lang="en-US" dirty="0" err="1"/>
              <a:t>hårdvarustöd</a:t>
            </a:r>
            <a:r>
              <a:rPr lang="en-US" dirty="0"/>
              <a:t> för float/double</a:t>
            </a:r>
          </a:p>
          <a:p>
            <a:pPr lvl="1"/>
            <a:r>
              <a:rPr lang="en-US" b="1" dirty="0"/>
              <a:t>fixed </a:t>
            </a:r>
            <a:r>
              <a:rPr lang="en-US" dirty="0" err="1"/>
              <a:t>är</a:t>
            </a:r>
            <a:r>
              <a:rPr lang="en-US" dirty="0"/>
              <a:t> </a:t>
            </a:r>
            <a:r>
              <a:rPr lang="en-US" dirty="0" err="1"/>
              <a:t>ett</a:t>
            </a:r>
            <a:r>
              <a:rPr lang="en-US" dirty="0"/>
              <a:t> bra substitute (8+8 bits)</a:t>
            </a:r>
          </a:p>
          <a:p>
            <a:r>
              <a:rPr lang="en-US" dirty="0"/>
              <a:t>Man </a:t>
            </a:r>
            <a:r>
              <a:rPr lang="en-US" dirty="0" err="1"/>
              <a:t>vill</a:t>
            </a:r>
            <a:r>
              <a:rPr lang="en-US" dirty="0"/>
              <a:t> </a:t>
            </a:r>
            <a:r>
              <a:rPr lang="en-US" dirty="0" err="1"/>
              <a:t>helst</a:t>
            </a:r>
            <a:r>
              <a:rPr lang="en-US" dirty="0"/>
              <a:t> </a:t>
            </a:r>
            <a:r>
              <a:rPr lang="en-US" dirty="0" err="1"/>
              <a:t>hålla</a:t>
            </a:r>
            <a:r>
              <a:rPr lang="en-US" dirty="0"/>
              <a:t> sig till 60fps, “</a:t>
            </a:r>
            <a:r>
              <a:rPr lang="en-US" dirty="0" err="1"/>
              <a:t>tunga</a:t>
            </a:r>
            <a:r>
              <a:rPr lang="en-US" dirty="0"/>
              <a:t>” </a:t>
            </a:r>
            <a:r>
              <a:rPr lang="en-US" dirty="0" err="1"/>
              <a:t>algoritmer</a:t>
            </a:r>
            <a:r>
              <a:rPr lang="en-US" dirty="0"/>
              <a:t> </a:t>
            </a:r>
            <a:r>
              <a:rPr lang="en-US" dirty="0" err="1"/>
              <a:t>kan</a:t>
            </a:r>
            <a:r>
              <a:rPr lang="en-US" dirty="0"/>
              <a:t> delas </a:t>
            </a:r>
            <a:r>
              <a:rPr lang="en-US" dirty="0" err="1"/>
              <a:t>upp</a:t>
            </a:r>
            <a:r>
              <a:rPr lang="en-US" dirty="0"/>
              <a:t> och </a:t>
            </a:r>
            <a:r>
              <a:rPr lang="en-US" dirty="0" err="1"/>
              <a:t>köra</a:t>
            </a:r>
            <a:r>
              <a:rPr lang="en-US" dirty="0"/>
              <a:t> </a:t>
            </a:r>
            <a:r>
              <a:rPr lang="en-US" dirty="0" err="1"/>
              <a:t>över</a:t>
            </a:r>
            <a:r>
              <a:rPr lang="en-US" dirty="0"/>
              <a:t> </a:t>
            </a:r>
            <a:r>
              <a:rPr lang="en-US" dirty="0" err="1"/>
              <a:t>flera</a:t>
            </a:r>
            <a:r>
              <a:rPr lang="en-US" dirty="0"/>
              <a:t> frames</a:t>
            </a:r>
          </a:p>
          <a:p>
            <a:r>
              <a:rPr lang="en-US" dirty="0"/>
              <a:t>Det </a:t>
            </a:r>
            <a:r>
              <a:rPr lang="en-US" dirty="0" err="1"/>
              <a:t>finns</a:t>
            </a:r>
            <a:r>
              <a:rPr lang="en-US" dirty="0"/>
              <a:t> </a:t>
            </a:r>
            <a:r>
              <a:rPr lang="en-US" dirty="0" err="1"/>
              <a:t>verktyg</a:t>
            </a:r>
            <a:r>
              <a:rPr lang="en-US" dirty="0"/>
              <a:t> för </a:t>
            </a:r>
            <a:r>
              <a:rPr lang="en-US" dirty="0" err="1"/>
              <a:t>att</a:t>
            </a:r>
            <a:r>
              <a:rPr lang="en-US" dirty="0"/>
              <a:t> se </a:t>
            </a:r>
            <a:r>
              <a:rPr lang="en-US" dirty="0" err="1"/>
              <a:t>hur</a:t>
            </a:r>
            <a:r>
              <a:rPr lang="en-US" dirty="0"/>
              <a:t> </a:t>
            </a:r>
            <a:r>
              <a:rPr lang="en-US" dirty="0" err="1"/>
              <a:t>nära</a:t>
            </a:r>
            <a:r>
              <a:rPr lang="en-US" dirty="0"/>
              <a:t> </a:t>
            </a:r>
            <a:r>
              <a:rPr lang="en-US" dirty="0" err="1"/>
              <a:t>gränsen</a:t>
            </a:r>
            <a:r>
              <a:rPr lang="en-US" dirty="0"/>
              <a:t> man </a:t>
            </a:r>
            <a:r>
              <a:rPr lang="en-US" dirty="0" err="1"/>
              <a:t>är</a:t>
            </a:r>
            <a:endParaRPr lang="en-US" dirty="0"/>
          </a:p>
          <a:p>
            <a:pPr lvl="1"/>
            <a:r>
              <a:rPr lang="en-US" b="1" dirty="0"/>
              <a:t>bin/</a:t>
            </a:r>
            <a:r>
              <a:rPr lang="en-US" b="1" dirty="0" err="1"/>
              <a:t>romusage</a:t>
            </a:r>
            <a:r>
              <a:rPr lang="en-US" dirty="0"/>
              <a:t> – </a:t>
            </a:r>
            <a:r>
              <a:rPr lang="en-US" dirty="0" err="1"/>
              <a:t>kan</a:t>
            </a:r>
            <a:r>
              <a:rPr lang="en-US" dirty="0"/>
              <a:t> </a:t>
            </a:r>
            <a:r>
              <a:rPr lang="en-US" dirty="0" err="1"/>
              <a:t>kolla</a:t>
            </a:r>
            <a:r>
              <a:rPr lang="en-US" dirty="0"/>
              <a:t> </a:t>
            </a:r>
            <a:r>
              <a:rPr lang="en-US" dirty="0" err="1"/>
              <a:t>hur</a:t>
            </a:r>
            <a:r>
              <a:rPr lang="en-US" dirty="0"/>
              <a:t> </a:t>
            </a:r>
            <a:r>
              <a:rPr lang="en-US" dirty="0" err="1"/>
              <a:t>mycket</a:t>
            </a:r>
            <a:r>
              <a:rPr lang="en-US" dirty="0"/>
              <a:t> av cartridge </a:t>
            </a:r>
            <a:r>
              <a:rPr lang="en-US" b="1" dirty="0"/>
              <a:t>game.gb</a:t>
            </a:r>
            <a:r>
              <a:rPr lang="en-US" dirty="0"/>
              <a:t> </a:t>
            </a:r>
            <a:r>
              <a:rPr lang="en-US" dirty="0" err="1"/>
              <a:t>fyller</a:t>
            </a:r>
            <a:endParaRPr lang="en-US" dirty="0"/>
          </a:p>
          <a:p>
            <a:pPr lvl="1"/>
            <a:r>
              <a:rPr lang="en-US" dirty="0"/>
              <a:t>Emulator debugger (t ex </a:t>
            </a:r>
            <a:r>
              <a:rPr lang="en-US" b="1" dirty="0" err="1"/>
              <a:t>MesenCE</a:t>
            </a:r>
            <a:r>
              <a:rPr lang="en-US" dirty="0"/>
              <a:t>) – </a:t>
            </a:r>
            <a:r>
              <a:rPr lang="en-US" dirty="0" err="1"/>
              <a:t>kan</a:t>
            </a:r>
            <a:r>
              <a:rPr lang="en-US" dirty="0"/>
              <a:t> se </a:t>
            </a:r>
            <a:r>
              <a:rPr lang="en-US" dirty="0" err="1"/>
              <a:t>vad</a:t>
            </a:r>
            <a:r>
              <a:rPr lang="en-US" dirty="0"/>
              <a:t> </a:t>
            </a:r>
            <a:r>
              <a:rPr lang="en-US" dirty="0" err="1"/>
              <a:t>som</a:t>
            </a:r>
            <a:r>
              <a:rPr lang="en-US" dirty="0"/>
              <a:t> ligger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grafikminnet</a:t>
            </a:r>
            <a:r>
              <a:rPr lang="en-US" dirty="0"/>
              <a:t>, </a:t>
            </a:r>
            <a:r>
              <a:rPr lang="en-US" dirty="0" err="1"/>
              <a:t>köra</a:t>
            </a:r>
            <a:r>
              <a:rPr lang="en-US" dirty="0"/>
              <a:t> debugging med breakpoints, och </a:t>
            </a:r>
            <a:r>
              <a:rPr lang="en-US" dirty="0" err="1"/>
              <a:t>köra</a:t>
            </a:r>
            <a:r>
              <a:rPr lang="en-US" dirty="0"/>
              <a:t> profiler</a:t>
            </a:r>
          </a:p>
          <a:p>
            <a:pPr lvl="1"/>
            <a:endParaRPr lang="en-SE" dirty="0"/>
          </a:p>
        </p:txBody>
      </p:sp>
    </p:spTree>
    <p:extLst>
      <p:ext uri="{BB962C8B-B14F-4D97-AF65-F5344CB8AC3E}">
        <p14:creationId xmlns:p14="http://schemas.microsoft.com/office/powerpoint/2010/main" val="18494103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B2560A5-1520-2975-414D-5199711588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Detaljerna</a:t>
            </a:r>
            <a:endParaRPr lang="en-SE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4C99F45-35B1-02EB-2C79-12F11DDD6F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1919375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CDE934-1A35-885C-22D5-4B8586C7F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Spelloop</a:t>
            </a:r>
            <a:r>
              <a:rPr lang="en-US" dirty="0"/>
              <a:t> (</a:t>
            </a:r>
            <a:r>
              <a:rPr lang="en-US" dirty="0" err="1"/>
              <a:t>förslag</a:t>
            </a:r>
            <a:r>
              <a:rPr lang="en-US" dirty="0"/>
              <a:t>)</a:t>
            </a:r>
            <a:endParaRPr lang="en-SE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C22563-468F-E12B-6C84-3D54C7CABF8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err="1"/>
              <a:t>Splitta</a:t>
            </a:r>
            <a:r>
              <a:rPr lang="en-US" dirty="0"/>
              <a:t> </a:t>
            </a:r>
            <a:r>
              <a:rPr lang="en-US" dirty="0" err="1"/>
              <a:t>upp</a:t>
            </a:r>
            <a:r>
              <a:rPr lang="en-US" dirty="0"/>
              <a:t> rendering och </a:t>
            </a:r>
            <a:r>
              <a:rPr lang="en-US" dirty="0" err="1"/>
              <a:t>logik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olika</a:t>
            </a:r>
            <a:r>
              <a:rPr lang="en-US" dirty="0"/>
              <a:t> filer</a:t>
            </a:r>
          </a:p>
          <a:p>
            <a:r>
              <a:rPr lang="en-US" b="1" dirty="0" err="1"/>
              <a:t>update_game</a:t>
            </a:r>
            <a:r>
              <a:rPr lang="en-US" b="1" dirty="0"/>
              <a:t>() </a:t>
            </a:r>
            <a:r>
              <a:rPr lang="en-US" dirty="0" err="1"/>
              <a:t>läser</a:t>
            </a:r>
            <a:r>
              <a:rPr lang="en-US" dirty="0"/>
              <a:t> input och </a:t>
            </a:r>
            <a:r>
              <a:rPr lang="en-US" dirty="0" err="1"/>
              <a:t>hanterar</a:t>
            </a:r>
            <a:r>
              <a:rPr lang="en-US" dirty="0"/>
              <a:t> </a:t>
            </a:r>
            <a:r>
              <a:rPr lang="en-US" dirty="0" err="1"/>
              <a:t>beräkningar</a:t>
            </a:r>
            <a:endParaRPr lang="en-US" dirty="0"/>
          </a:p>
          <a:p>
            <a:r>
              <a:rPr lang="en-US" b="1" dirty="0" err="1"/>
              <a:t>update_gfx</a:t>
            </a:r>
            <a:r>
              <a:rPr lang="en-US" b="1" dirty="0"/>
              <a:t>() </a:t>
            </a:r>
            <a:r>
              <a:rPr lang="en-US" dirty="0" err="1"/>
              <a:t>flyttar</a:t>
            </a:r>
            <a:r>
              <a:rPr lang="en-US" dirty="0"/>
              <a:t> alla sprites</a:t>
            </a:r>
          </a:p>
          <a:p>
            <a:r>
              <a:rPr lang="en-US" dirty="0" err="1"/>
              <a:t>Skicka</a:t>
            </a:r>
            <a:r>
              <a:rPr lang="en-US" dirty="0"/>
              <a:t> “</a:t>
            </a:r>
            <a:r>
              <a:rPr lang="en-US" b="1" dirty="0"/>
              <a:t>state</a:t>
            </a:r>
            <a:r>
              <a:rPr lang="en-US" dirty="0"/>
              <a:t>” </a:t>
            </a:r>
            <a:r>
              <a:rPr lang="en-US" dirty="0" err="1"/>
              <a:t>mellan</a:t>
            </a:r>
            <a:r>
              <a:rPr lang="en-US" dirty="0"/>
              <a:t> dessa </a:t>
            </a:r>
            <a:r>
              <a:rPr lang="en-US" dirty="0" err="1"/>
              <a:t>genom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strukt</a:t>
            </a:r>
            <a:r>
              <a:rPr lang="en-US" dirty="0"/>
              <a:t> (</a:t>
            </a:r>
            <a:r>
              <a:rPr lang="en-US" dirty="0" err="1"/>
              <a:t>innehåller</a:t>
            </a:r>
            <a:r>
              <a:rPr lang="en-US" dirty="0"/>
              <a:t> t ex </a:t>
            </a:r>
            <a:r>
              <a:rPr lang="en-US" dirty="0" err="1"/>
              <a:t>spelarens</a:t>
            </a:r>
            <a:r>
              <a:rPr lang="en-US" dirty="0"/>
              <a:t> x/y position)</a:t>
            </a:r>
          </a:p>
          <a:p>
            <a:r>
              <a:rPr lang="en-US" dirty="0"/>
              <a:t>I </a:t>
            </a:r>
            <a:r>
              <a:rPr lang="en-US" dirty="0" err="1"/>
              <a:t>grafik</a:t>
            </a:r>
            <a:r>
              <a:rPr lang="en-US" dirty="0"/>
              <a:t> </a:t>
            </a:r>
            <a:r>
              <a:rPr lang="en-US" dirty="0" err="1"/>
              <a:t>är</a:t>
            </a:r>
            <a:r>
              <a:rPr lang="en-US" dirty="0"/>
              <a:t> </a:t>
            </a:r>
            <a:r>
              <a:rPr lang="en-US" b="1" dirty="0"/>
              <a:t>state</a:t>
            </a:r>
            <a:r>
              <a:rPr lang="en-US" dirty="0"/>
              <a:t> read-only</a:t>
            </a:r>
          </a:p>
          <a:p>
            <a:r>
              <a:rPr lang="en-US" dirty="0" err="1"/>
              <a:t>Programmet</a:t>
            </a:r>
            <a:r>
              <a:rPr lang="en-US" dirty="0"/>
              <a:t> </a:t>
            </a:r>
            <a:r>
              <a:rPr lang="en-US" dirty="0" err="1"/>
              <a:t>synkar</a:t>
            </a:r>
            <a:r>
              <a:rPr lang="en-US" dirty="0"/>
              <a:t> sig till 60fps vid </a:t>
            </a:r>
            <a:r>
              <a:rPr lang="en-US" b="1" dirty="0" err="1"/>
              <a:t>vsync</a:t>
            </a:r>
            <a:r>
              <a:rPr lang="en-US" b="1" dirty="0"/>
              <a:t>()</a:t>
            </a:r>
          </a:p>
          <a:p>
            <a:pPr lvl="1"/>
            <a:r>
              <a:rPr lang="en-US" dirty="0"/>
              <a:t>Man </a:t>
            </a:r>
            <a:r>
              <a:rPr lang="en-US" dirty="0" err="1"/>
              <a:t>kan</a:t>
            </a:r>
            <a:r>
              <a:rPr lang="en-US" dirty="0"/>
              <a:t> </a:t>
            </a:r>
            <a:r>
              <a:rPr lang="en-US" dirty="0" err="1"/>
              <a:t>använda</a:t>
            </a:r>
            <a:r>
              <a:rPr lang="en-US" dirty="0"/>
              <a:t> </a:t>
            </a:r>
            <a:r>
              <a:rPr lang="en-US" dirty="0" err="1"/>
              <a:t>detta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b="1" dirty="0" err="1"/>
              <a:t>update_game</a:t>
            </a:r>
            <a:r>
              <a:rPr lang="en-US" b="1" dirty="0"/>
              <a:t>() </a:t>
            </a:r>
            <a:r>
              <a:rPr lang="en-US" dirty="0"/>
              <a:t>för </a:t>
            </a:r>
            <a:r>
              <a:rPr lang="en-US" dirty="0" err="1"/>
              <a:t>tidsbaserade</a:t>
            </a:r>
            <a:r>
              <a:rPr lang="en-US" dirty="0"/>
              <a:t> </a:t>
            </a:r>
            <a:r>
              <a:rPr lang="en-US" dirty="0" err="1"/>
              <a:t>beräkningar</a:t>
            </a:r>
            <a:endParaRPr lang="en-US" dirty="0"/>
          </a:p>
          <a:p>
            <a:r>
              <a:rPr lang="en-US" dirty="0" err="1"/>
              <a:t>Alternativt</a:t>
            </a:r>
            <a:r>
              <a:rPr lang="en-US" dirty="0"/>
              <a:t> </a:t>
            </a:r>
            <a:r>
              <a:rPr lang="en-US" dirty="0" err="1"/>
              <a:t>kan</a:t>
            </a:r>
            <a:r>
              <a:rPr lang="en-US" dirty="0"/>
              <a:t> </a:t>
            </a:r>
            <a:r>
              <a:rPr lang="en-US" b="1" dirty="0"/>
              <a:t>state</a:t>
            </a:r>
            <a:r>
              <a:rPr lang="en-US" dirty="0"/>
              <a:t> </a:t>
            </a:r>
            <a:r>
              <a:rPr lang="en-US" dirty="0" err="1"/>
              <a:t>vara</a:t>
            </a:r>
            <a:r>
              <a:rPr lang="en-US" dirty="0"/>
              <a:t> global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02914E1-4C1B-ED69-7AFF-F0810F46449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200" y="2346292"/>
            <a:ext cx="5181600" cy="3310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54661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B6AB0-4896-0E1F-950A-207ADB1EC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Grafik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87B0D8-3D48-1578-35C3-71E245C0D8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Gör</a:t>
            </a:r>
            <a:r>
              <a:rPr lang="en-US" dirty="0"/>
              <a:t> om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b="1" dirty="0"/>
              <a:t>.</a:t>
            </a:r>
            <a:r>
              <a:rPr lang="en-US" b="1" dirty="0" err="1"/>
              <a:t>png</a:t>
            </a:r>
            <a:r>
              <a:rPr lang="en-US" dirty="0"/>
              <a:t> till </a:t>
            </a:r>
            <a:r>
              <a:rPr lang="en-US" b="1" dirty="0"/>
              <a:t>.h/.c</a:t>
            </a:r>
            <a:r>
              <a:rPr lang="en-US" dirty="0"/>
              <a:t> </a:t>
            </a:r>
            <a:r>
              <a:rPr lang="en-US" dirty="0" err="1"/>
              <a:t>arrayer</a:t>
            </a:r>
            <a:r>
              <a:rPr lang="en-US" dirty="0"/>
              <a:t> med </a:t>
            </a:r>
            <a:r>
              <a:rPr lang="en-US" dirty="0" err="1"/>
              <a:t>programmet</a:t>
            </a:r>
            <a:r>
              <a:rPr lang="en-US" dirty="0"/>
              <a:t> </a:t>
            </a:r>
            <a:r>
              <a:rPr lang="en-US" b="1" dirty="0"/>
              <a:t>bin/png2asset</a:t>
            </a:r>
            <a:endParaRPr lang="en-US" dirty="0"/>
          </a:p>
          <a:p>
            <a:r>
              <a:rPr lang="en-US" dirty="0"/>
              <a:t>För </a:t>
            </a:r>
            <a:r>
              <a:rPr lang="en-US" dirty="0" err="1"/>
              <a:t>att</a:t>
            </a:r>
            <a:r>
              <a:rPr lang="en-US" dirty="0"/>
              <a:t> </a:t>
            </a:r>
            <a:r>
              <a:rPr lang="en-US" dirty="0" err="1"/>
              <a:t>kunna</a:t>
            </a:r>
            <a:r>
              <a:rPr lang="en-US" dirty="0"/>
              <a:t> </a:t>
            </a:r>
            <a:r>
              <a:rPr lang="en-US" dirty="0" err="1"/>
              <a:t>renderas</a:t>
            </a:r>
            <a:r>
              <a:rPr lang="en-US" dirty="0"/>
              <a:t> </a:t>
            </a:r>
            <a:r>
              <a:rPr lang="en-US" dirty="0" err="1"/>
              <a:t>måste</a:t>
            </a:r>
            <a:r>
              <a:rPr lang="en-US" dirty="0"/>
              <a:t> </a:t>
            </a:r>
            <a:r>
              <a:rPr lang="en-US" dirty="0" err="1"/>
              <a:t>datan</a:t>
            </a:r>
            <a:r>
              <a:rPr lang="en-US" dirty="0"/>
              <a:t> </a:t>
            </a:r>
            <a:r>
              <a:rPr lang="en-US" dirty="0" err="1"/>
              <a:t>laddas</a:t>
            </a:r>
            <a:r>
              <a:rPr lang="en-US" dirty="0"/>
              <a:t> in </a:t>
            </a:r>
            <a:r>
              <a:rPr lang="en-US" dirty="0" err="1"/>
              <a:t>i</a:t>
            </a:r>
            <a:r>
              <a:rPr lang="en-US" dirty="0"/>
              <a:t> VRAM </a:t>
            </a:r>
            <a:r>
              <a:rPr lang="en-US" dirty="0" err="1"/>
              <a:t>först</a:t>
            </a:r>
            <a:endParaRPr lang="en-US" dirty="0"/>
          </a:p>
          <a:p>
            <a:r>
              <a:rPr lang="en-US" dirty="0" err="1"/>
              <a:t>Grafikdata</a:t>
            </a:r>
            <a:r>
              <a:rPr lang="en-US" dirty="0"/>
              <a:t> </a:t>
            </a:r>
            <a:r>
              <a:rPr lang="en-US" dirty="0" err="1"/>
              <a:t>lagras</a:t>
            </a:r>
            <a:r>
              <a:rPr lang="en-US" dirty="0"/>
              <a:t> </a:t>
            </a:r>
            <a:r>
              <a:rPr lang="en-US" dirty="0" err="1"/>
              <a:t>som</a:t>
            </a:r>
            <a:r>
              <a:rPr lang="en-US" dirty="0"/>
              <a:t> 8x8 pixel tiles</a:t>
            </a:r>
          </a:p>
          <a:p>
            <a:r>
              <a:rPr lang="en-US" dirty="0"/>
              <a:t>GBC </a:t>
            </a:r>
            <a:r>
              <a:rPr lang="en-US" dirty="0" err="1"/>
              <a:t>har</a:t>
            </a:r>
            <a:r>
              <a:rPr lang="en-US" dirty="0"/>
              <a:t> 128 </a:t>
            </a:r>
            <a:r>
              <a:rPr lang="en-US" dirty="0" err="1"/>
              <a:t>dedikerade</a:t>
            </a:r>
            <a:r>
              <a:rPr lang="en-US" dirty="0"/>
              <a:t> tiles för sprites, 128 för </a:t>
            </a:r>
            <a:r>
              <a:rPr lang="en-US" dirty="0" err="1"/>
              <a:t>bakgrund</a:t>
            </a:r>
            <a:r>
              <a:rPr lang="en-US" dirty="0"/>
              <a:t>, och 128 </a:t>
            </a:r>
            <a:r>
              <a:rPr lang="en-US" dirty="0" err="1"/>
              <a:t>som</a:t>
            </a:r>
            <a:r>
              <a:rPr lang="en-US" dirty="0"/>
              <a:t> delas </a:t>
            </a:r>
            <a:r>
              <a:rPr lang="en-US" dirty="0" err="1"/>
              <a:t>mellan</a:t>
            </a:r>
            <a:r>
              <a:rPr lang="en-US" dirty="0"/>
              <a:t> </a:t>
            </a:r>
            <a:r>
              <a:rPr lang="en-US" dirty="0" err="1"/>
              <a:t>båda</a:t>
            </a:r>
            <a:r>
              <a:rPr lang="en-US" dirty="0"/>
              <a:t> </a:t>
            </a:r>
            <a:r>
              <a:rPr lang="en-US" dirty="0" err="1"/>
              <a:t>ytor</a:t>
            </a:r>
            <a:endParaRPr lang="en-US" dirty="0"/>
          </a:p>
          <a:p>
            <a:r>
              <a:rPr lang="en-US" dirty="0"/>
              <a:t>För </a:t>
            </a:r>
            <a:r>
              <a:rPr lang="en-US" dirty="0" err="1"/>
              <a:t>att</a:t>
            </a:r>
            <a:r>
              <a:rPr lang="en-US" dirty="0"/>
              <a:t> </a:t>
            </a:r>
            <a:r>
              <a:rPr lang="en-US" dirty="0" err="1"/>
              <a:t>faktiskt</a:t>
            </a:r>
            <a:r>
              <a:rPr lang="en-US" dirty="0"/>
              <a:t> </a:t>
            </a:r>
            <a:r>
              <a:rPr lang="en-US" dirty="0" err="1"/>
              <a:t>renderas</a:t>
            </a:r>
            <a:r>
              <a:rPr lang="en-US" dirty="0"/>
              <a:t> </a:t>
            </a:r>
            <a:r>
              <a:rPr lang="en-US" dirty="0" err="1"/>
              <a:t>används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32x32 </a:t>
            </a:r>
            <a:r>
              <a:rPr lang="en-US" dirty="0" err="1"/>
              <a:t>tilemap</a:t>
            </a:r>
            <a:r>
              <a:rPr lang="en-US" dirty="0"/>
              <a:t> för </a:t>
            </a:r>
            <a:r>
              <a:rPr lang="en-US" dirty="0" err="1"/>
              <a:t>bakgrunden</a:t>
            </a:r>
            <a:r>
              <a:rPr lang="en-US" dirty="0"/>
              <a:t>, och 40st HW sprites </a:t>
            </a:r>
            <a:r>
              <a:rPr lang="en-US" dirty="0" err="1"/>
              <a:t>som</a:t>
            </a:r>
            <a:r>
              <a:rPr lang="en-US" dirty="0"/>
              <a:t> </a:t>
            </a:r>
            <a:r>
              <a:rPr lang="en-US" dirty="0" err="1"/>
              <a:t>kan</a:t>
            </a:r>
            <a:r>
              <a:rPr lang="en-US" dirty="0"/>
              <a:t> </a:t>
            </a:r>
            <a:r>
              <a:rPr lang="en-US" dirty="0" err="1"/>
              <a:t>peka</a:t>
            </a:r>
            <a:r>
              <a:rPr lang="en-US" dirty="0"/>
              <a:t> </a:t>
            </a:r>
            <a:r>
              <a:rPr lang="en-US" dirty="0" err="1"/>
              <a:t>på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tile var (man </a:t>
            </a:r>
            <a:r>
              <a:rPr lang="en-US" dirty="0" err="1"/>
              <a:t>kan</a:t>
            </a:r>
            <a:r>
              <a:rPr lang="en-US" dirty="0"/>
              <a:t> </a:t>
            </a:r>
            <a:r>
              <a:rPr lang="en-US" dirty="0" err="1"/>
              <a:t>också</a:t>
            </a:r>
            <a:r>
              <a:rPr lang="en-US" dirty="0"/>
              <a:t> </a:t>
            </a:r>
            <a:r>
              <a:rPr lang="en-US" dirty="0" err="1"/>
              <a:t>köra</a:t>
            </a:r>
            <a:r>
              <a:rPr lang="en-US" dirty="0"/>
              <a:t> i </a:t>
            </a:r>
            <a:r>
              <a:rPr lang="en-US" dirty="0" err="1"/>
              <a:t>ett</a:t>
            </a:r>
            <a:r>
              <a:rPr lang="en-US" dirty="0"/>
              <a:t> </a:t>
            </a:r>
            <a:r>
              <a:rPr lang="en-US" dirty="0" err="1"/>
              <a:t>läge</a:t>
            </a:r>
            <a:r>
              <a:rPr lang="en-US" dirty="0"/>
              <a:t> </a:t>
            </a:r>
            <a:r>
              <a:rPr lang="en-US" dirty="0" err="1"/>
              <a:t>där</a:t>
            </a:r>
            <a:r>
              <a:rPr lang="en-US" dirty="0"/>
              <a:t> sprites </a:t>
            </a:r>
            <a:r>
              <a:rPr lang="en-US" dirty="0" err="1"/>
              <a:t>är</a:t>
            </a:r>
            <a:r>
              <a:rPr lang="en-US" dirty="0"/>
              <a:t> 8x16 </a:t>
            </a:r>
            <a:r>
              <a:rPr lang="en-US" dirty="0" err="1"/>
              <a:t>pixlar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Bara 10st sprites per </a:t>
            </a:r>
            <a:r>
              <a:rPr lang="en-US" dirty="0" err="1"/>
              <a:t>horizontell</a:t>
            </a:r>
            <a:r>
              <a:rPr lang="en-US" dirty="0"/>
              <a:t> rad!</a:t>
            </a:r>
            <a:endParaRPr lang="en-SE" dirty="0"/>
          </a:p>
        </p:txBody>
      </p:sp>
    </p:spTree>
    <p:extLst>
      <p:ext uri="{BB962C8B-B14F-4D97-AF65-F5344CB8AC3E}">
        <p14:creationId xmlns:p14="http://schemas.microsoft.com/office/powerpoint/2010/main" val="41587383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9530E-FA46-42B7-B651-FC881FA236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Grafik</a:t>
            </a:r>
            <a:r>
              <a:rPr lang="en-US" dirty="0"/>
              <a:t> - </a:t>
            </a:r>
            <a:r>
              <a:rPr lang="en-US" dirty="0" err="1"/>
              <a:t>färger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E1988F-D22D-4351-5A1A-354EC588F6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Varje</a:t>
            </a:r>
            <a:r>
              <a:rPr lang="en-US" dirty="0"/>
              <a:t> tile </a:t>
            </a:r>
            <a:r>
              <a:rPr lang="en-US" dirty="0" err="1"/>
              <a:t>renderas</a:t>
            </a:r>
            <a:r>
              <a:rPr lang="en-US" dirty="0"/>
              <a:t> med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färgpalett</a:t>
            </a:r>
            <a:endParaRPr lang="en-US" dirty="0"/>
          </a:p>
          <a:p>
            <a:pPr lvl="1"/>
            <a:r>
              <a:rPr lang="en-US" dirty="0"/>
              <a:t>8 </a:t>
            </a:r>
            <a:r>
              <a:rPr lang="en-US" dirty="0" err="1"/>
              <a:t>paletter</a:t>
            </a:r>
            <a:r>
              <a:rPr lang="en-US" dirty="0"/>
              <a:t> med 4 </a:t>
            </a:r>
            <a:r>
              <a:rPr lang="en-US" dirty="0" err="1"/>
              <a:t>färger</a:t>
            </a:r>
            <a:r>
              <a:rPr lang="en-US" dirty="0"/>
              <a:t> för </a:t>
            </a:r>
            <a:r>
              <a:rPr lang="en-US" dirty="0" err="1"/>
              <a:t>bakgrundslagret</a:t>
            </a:r>
            <a:endParaRPr lang="en-US" dirty="0"/>
          </a:p>
          <a:p>
            <a:pPr lvl="1"/>
            <a:r>
              <a:rPr lang="en-US" dirty="0"/>
              <a:t>8 </a:t>
            </a:r>
            <a:r>
              <a:rPr lang="en-US" dirty="0" err="1"/>
              <a:t>paletter</a:t>
            </a:r>
            <a:r>
              <a:rPr lang="en-US" dirty="0"/>
              <a:t> med 3 </a:t>
            </a:r>
            <a:r>
              <a:rPr lang="en-US" dirty="0" err="1"/>
              <a:t>färger</a:t>
            </a:r>
            <a:r>
              <a:rPr lang="en-US" dirty="0"/>
              <a:t> + transparent för sprites</a:t>
            </a:r>
          </a:p>
          <a:p>
            <a:pPr lvl="1"/>
            <a:r>
              <a:rPr lang="en-US" dirty="0" err="1"/>
              <a:t>Notera</a:t>
            </a:r>
            <a:r>
              <a:rPr lang="en-US" dirty="0"/>
              <a:t>, </a:t>
            </a:r>
            <a:r>
              <a:rPr lang="en-US" dirty="0" err="1"/>
              <a:t>bg</a:t>
            </a:r>
            <a:r>
              <a:rPr lang="en-US" dirty="0"/>
              <a:t> och sprites </a:t>
            </a:r>
            <a:r>
              <a:rPr lang="en-US" dirty="0" err="1"/>
              <a:t>har</a:t>
            </a:r>
            <a:r>
              <a:rPr lang="en-US" dirty="0"/>
              <a:t> </a:t>
            </a:r>
            <a:r>
              <a:rPr lang="en-US" dirty="0" err="1"/>
              <a:t>olika</a:t>
            </a:r>
            <a:r>
              <a:rPr lang="en-US" dirty="0"/>
              <a:t> </a:t>
            </a:r>
            <a:r>
              <a:rPr lang="en-US" dirty="0" err="1"/>
              <a:t>paletter</a:t>
            </a:r>
            <a:r>
              <a:rPr lang="en-US" dirty="0"/>
              <a:t>!</a:t>
            </a:r>
          </a:p>
          <a:p>
            <a:r>
              <a:rPr lang="en-US" dirty="0"/>
              <a:t>Man </a:t>
            </a:r>
            <a:r>
              <a:rPr lang="en-US" dirty="0" err="1"/>
              <a:t>kan</a:t>
            </a:r>
            <a:r>
              <a:rPr lang="en-US" dirty="0"/>
              <a:t> </a:t>
            </a:r>
            <a:r>
              <a:rPr lang="en-US" dirty="0" err="1"/>
              <a:t>byta</a:t>
            </a:r>
            <a:r>
              <a:rPr lang="en-US" dirty="0"/>
              <a:t> </a:t>
            </a:r>
            <a:r>
              <a:rPr lang="en-US" dirty="0" err="1"/>
              <a:t>palett</a:t>
            </a:r>
            <a:r>
              <a:rPr lang="en-US" dirty="0"/>
              <a:t> </a:t>
            </a:r>
            <a:r>
              <a:rPr lang="en-US" dirty="0" err="1"/>
              <a:t>mellan</a:t>
            </a:r>
            <a:r>
              <a:rPr lang="en-US" dirty="0"/>
              <a:t> frames för </a:t>
            </a:r>
            <a:r>
              <a:rPr lang="en-US" dirty="0" err="1"/>
              <a:t>att</a:t>
            </a:r>
            <a:r>
              <a:rPr lang="en-US" dirty="0"/>
              <a:t> till </a:t>
            </a:r>
            <a:r>
              <a:rPr lang="en-US" dirty="0" err="1"/>
              <a:t>exempel</a:t>
            </a:r>
            <a:r>
              <a:rPr lang="en-US" dirty="0"/>
              <a:t> </a:t>
            </a:r>
            <a:r>
              <a:rPr lang="en-US" dirty="0" err="1"/>
              <a:t>skapa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“damage” </a:t>
            </a:r>
            <a:r>
              <a:rPr lang="en-US" dirty="0" err="1"/>
              <a:t>effekt</a:t>
            </a:r>
            <a:endParaRPr lang="en-US" dirty="0"/>
          </a:p>
          <a:p>
            <a:r>
              <a:rPr lang="en-US" dirty="0"/>
              <a:t>Man </a:t>
            </a:r>
            <a:r>
              <a:rPr lang="en-US" dirty="0" err="1"/>
              <a:t>kan</a:t>
            </a:r>
            <a:r>
              <a:rPr lang="en-US" dirty="0"/>
              <a:t> </a:t>
            </a:r>
            <a:r>
              <a:rPr lang="en-US" dirty="0" err="1"/>
              <a:t>också</a:t>
            </a:r>
            <a:r>
              <a:rPr lang="en-US" dirty="0"/>
              <a:t> </a:t>
            </a:r>
            <a:r>
              <a:rPr lang="en-US" dirty="0" err="1"/>
              <a:t>återanvända</a:t>
            </a:r>
            <a:r>
              <a:rPr lang="en-US" dirty="0"/>
              <a:t> tiles med </a:t>
            </a:r>
            <a:r>
              <a:rPr lang="en-US" dirty="0" err="1"/>
              <a:t>olika</a:t>
            </a:r>
            <a:r>
              <a:rPr lang="en-US" dirty="0"/>
              <a:t> </a:t>
            </a:r>
            <a:r>
              <a:rPr lang="en-US" dirty="0" err="1"/>
              <a:t>paletter</a:t>
            </a:r>
            <a:r>
              <a:rPr lang="en-US" dirty="0"/>
              <a:t> för </a:t>
            </a:r>
            <a:r>
              <a:rPr lang="en-US" dirty="0" err="1"/>
              <a:t>att</a:t>
            </a:r>
            <a:r>
              <a:rPr lang="en-US" dirty="0"/>
              <a:t> </a:t>
            </a:r>
            <a:r>
              <a:rPr lang="en-US" dirty="0" err="1"/>
              <a:t>variera</a:t>
            </a:r>
            <a:r>
              <a:rPr lang="en-US" dirty="0"/>
              <a:t> till </a:t>
            </a:r>
            <a:r>
              <a:rPr lang="en-US" dirty="0" err="1"/>
              <a:t>exempel</a:t>
            </a:r>
            <a:r>
              <a:rPr lang="en-US" dirty="0"/>
              <a:t> </a:t>
            </a:r>
            <a:r>
              <a:rPr lang="en-US" dirty="0" err="1"/>
              <a:t>fiender</a:t>
            </a:r>
            <a:endParaRPr lang="en-US" dirty="0"/>
          </a:p>
          <a:p>
            <a:r>
              <a:rPr lang="en-US" dirty="0" err="1"/>
              <a:t>Paletterna</a:t>
            </a:r>
            <a:r>
              <a:rPr lang="en-US" dirty="0"/>
              <a:t> </a:t>
            </a:r>
            <a:r>
              <a:rPr lang="en-US" dirty="0" err="1"/>
              <a:t>innehåller</a:t>
            </a:r>
            <a:r>
              <a:rPr lang="en-US" dirty="0"/>
              <a:t> </a:t>
            </a:r>
            <a:r>
              <a:rPr lang="en-US" dirty="0" err="1"/>
              <a:t>färginformationen</a:t>
            </a:r>
            <a:r>
              <a:rPr lang="en-US" dirty="0"/>
              <a:t>, tiles </a:t>
            </a:r>
            <a:r>
              <a:rPr lang="en-US" dirty="0" err="1"/>
              <a:t>innehåller</a:t>
            </a:r>
            <a:r>
              <a:rPr lang="en-US" dirty="0"/>
              <a:t> 2-bit </a:t>
            </a:r>
            <a:r>
              <a:rPr lang="en-US" dirty="0" err="1"/>
              <a:t>packade</a:t>
            </a:r>
            <a:r>
              <a:rPr lang="en-US" dirty="0"/>
              <a:t> index in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paletterna</a:t>
            </a:r>
            <a:endParaRPr lang="en-US" dirty="0"/>
          </a:p>
          <a:p>
            <a:pPr lvl="1"/>
            <a:endParaRPr lang="en-SE" dirty="0"/>
          </a:p>
        </p:txBody>
      </p:sp>
      <p:pic>
        <p:nvPicPr>
          <p:cNvPr id="4" name="Picture 3" descr="Solved] - Indexed Palette Swaps / Color Cycling - LÖVE">
            <a:extLst>
              <a:ext uri="{FF2B5EF4-FFF2-40B4-BE49-F238E27FC236}">
                <a16:creationId xmlns:a16="http://schemas.microsoft.com/office/drawing/2014/main" id="{88FDC183-C88F-B0E3-C5AC-8D3BE966FA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8531" y="1027906"/>
            <a:ext cx="3930335" cy="2096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25090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C8D8B-89FD-B898-DA1A-EF14C6F05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Grafik</a:t>
            </a:r>
            <a:r>
              <a:rPr lang="en-US" dirty="0"/>
              <a:t> - </a:t>
            </a:r>
            <a:r>
              <a:rPr lang="en-US" dirty="0" err="1"/>
              <a:t>bakgrund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57D9F7-F0EE-B081-21C2-4768BA3FA3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32x32 tiles </a:t>
            </a:r>
            <a:r>
              <a:rPr lang="en-US" dirty="0" err="1"/>
              <a:t>bakgrund</a:t>
            </a:r>
            <a:r>
              <a:rPr lang="en-US" dirty="0"/>
              <a:t> (256x256 </a:t>
            </a:r>
            <a:r>
              <a:rPr lang="en-US" dirty="0" err="1"/>
              <a:t>pixlar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“</a:t>
            </a:r>
            <a:r>
              <a:rPr lang="en-US" dirty="0" err="1"/>
              <a:t>Fönstret</a:t>
            </a:r>
            <a:r>
              <a:rPr lang="en-US" dirty="0"/>
              <a:t>” </a:t>
            </a:r>
            <a:r>
              <a:rPr lang="en-US" dirty="0" err="1"/>
              <a:t>är</a:t>
            </a:r>
            <a:r>
              <a:rPr lang="en-US" dirty="0"/>
              <a:t> bara 160x144 </a:t>
            </a:r>
            <a:r>
              <a:rPr lang="en-US" dirty="0" err="1"/>
              <a:t>pixlar</a:t>
            </a:r>
            <a:r>
              <a:rPr lang="en-US" dirty="0"/>
              <a:t>, </a:t>
            </a:r>
            <a:r>
              <a:rPr lang="en-US" dirty="0" err="1"/>
              <a:t>så</a:t>
            </a:r>
            <a:r>
              <a:rPr lang="en-US" dirty="0"/>
              <a:t> man </a:t>
            </a:r>
            <a:r>
              <a:rPr lang="en-US" dirty="0" err="1"/>
              <a:t>kan</a:t>
            </a:r>
            <a:r>
              <a:rPr lang="en-US" dirty="0"/>
              <a:t> </a:t>
            </a:r>
            <a:r>
              <a:rPr lang="en-US" dirty="0" err="1"/>
              <a:t>flytta</a:t>
            </a:r>
            <a:r>
              <a:rPr lang="en-US" dirty="0"/>
              <a:t> </a:t>
            </a:r>
            <a:r>
              <a:rPr lang="en-US" dirty="0" err="1"/>
              <a:t>bakgrunden</a:t>
            </a:r>
            <a:r>
              <a:rPr lang="en-US" dirty="0"/>
              <a:t> </a:t>
            </a:r>
            <a:r>
              <a:rPr lang="en-US" dirty="0" err="1"/>
              <a:t>utan</a:t>
            </a:r>
            <a:r>
              <a:rPr lang="en-US" dirty="0"/>
              <a:t> </a:t>
            </a:r>
            <a:r>
              <a:rPr lang="en-US" dirty="0" err="1"/>
              <a:t>att</a:t>
            </a:r>
            <a:r>
              <a:rPr lang="en-US" dirty="0"/>
              <a:t> </a:t>
            </a:r>
            <a:r>
              <a:rPr lang="en-US" dirty="0" err="1"/>
              <a:t>ladda</a:t>
            </a:r>
            <a:r>
              <a:rPr lang="en-US" dirty="0"/>
              <a:t> om den </a:t>
            </a:r>
            <a:r>
              <a:rPr lang="en-US" dirty="0" err="1"/>
              <a:t>helt</a:t>
            </a:r>
            <a:endParaRPr lang="en-US" dirty="0"/>
          </a:p>
          <a:p>
            <a:r>
              <a:rPr lang="en-US" dirty="0"/>
              <a:t>VRAM </a:t>
            </a:r>
            <a:r>
              <a:rPr lang="en-US" dirty="0" err="1"/>
              <a:t>buffern</a:t>
            </a:r>
            <a:r>
              <a:rPr lang="en-US" dirty="0"/>
              <a:t> </a:t>
            </a:r>
            <a:r>
              <a:rPr lang="en-US" dirty="0" err="1"/>
              <a:t>är</a:t>
            </a:r>
            <a:r>
              <a:rPr lang="en-US" dirty="0"/>
              <a:t> </a:t>
            </a:r>
            <a:r>
              <a:rPr lang="en-US" dirty="0" err="1"/>
              <a:t>fylld</a:t>
            </a:r>
            <a:r>
              <a:rPr lang="en-US" dirty="0"/>
              <a:t> med 8-bitars index, </a:t>
            </a:r>
            <a:r>
              <a:rPr lang="en-US" dirty="0" err="1"/>
              <a:t>som</a:t>
            </a:r>
            <a:r>
              <a:rPr lang="en-US" dirty="0"/>
              <a:t> </a:t>
            </a:r>
            <a:r>
              <a:rPr lang="en-US" dirty="0" err="1"/>
              <a:t>pekar</a:t>
            </a:r>
            <a:r>
              <a:rPr lang="en-US" dirty="0"/>
              <a:t> </a:t>
            </a:r>
            <a:r>
              <a:rPr lang="en-US" dirty="0" err="1"/>
              <a:t>på</a:t>
            </a:r>
            <a:r>
              <a:rPr lang="en-US" dirty="0"/>
              <a:t> tiles</a:t>
            </a:r>
          </a:p>
          <a:p>
            <a:r>
              <a:rPr lang="en-US" dirty="0"/>
              <a:t>VRAM-buffer </a:t>
            </a:r>
            <a:r>
              <a:rPr lang="en-US" dirty="0" err="1"/>
              <a:t>är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cirkelbuffer</a:t>
            </a:r>
            <a:r>
              <a:rPr lang="en-US" dirty="0"/>
              <a:t>, </a:t>
            </a:r>
            <a:r>
              <a:rPr lang="en-US" dirty="0" err="1"/>
              <a:t>så</a:t>
            </a:r>
            <a:r>
              <a:rPr lang="en-US" dirty="0"/>
              <a:t> man </a:t>
            </a:r>
            <a:r>
              <a:rPr lang="en-US" dirty="0" err="1"/>
              <a:t>kan</a:t>
            </a:r>
            <a:r>
              <a:rPr lang="en-US" dirty="0"/>
              <a:t> </a:t>
            </a:r>
            <a:r>
              <a:rPr lang="en-US" dirty="0" err="1"/>
              <a:t>skriva</a:t>
            </a:r>
            <a:r>
              <a:rPr lang="en-US" dirty="0"/>
              <a:t> </a:t>
            </a:r>
            <a:r>
              <a:rPr lang="en-US" dirty="0" err="1"/>
              <a:t>kod</a:t>
            </a:r>
            <a:r>
              <a:rPr lang="en-US" dirty="0"/>
              <a:t> </a:t>
            </a:r>
            <a:r>
              <a:rPr lang="en-US" dirty="0" err="1"/>
              <a:t>som</a:t>
            </a:r>
            <a:r>
              <a:rPr lang="en-US" dirty="0"/>
              <a:t> </a:t>
            </a:r>
            <a:r>
              <a:rPr lang="en-US" dirty="0" err="1"/>
              <a:t>laddar</a:t>
            </a:r>
            <a:r>
              <a:rPr lang="en-US" dirty="0"/>
              <a:t> in “</a:t>
            </a:r>
            <a:r>
              <a:rPr lang="en-US" dirty="0" err="1"/>
              <a:t>nästa</a:t>
            </a:r>
            <a:r>
              <a:rPr lang="en-US" dirty="0"/>
              <a:t> rad/</a:t>
            </a:r>
            <a:r>
              <a:rPr lang="en-US" dirty="0" err="1"/>
              <a:t>kolumn</a:t>
            </a:r>
            <a:r>
              <a:rPr lang="en-US" dirty="0"/>
              <a:t>” </a:t>
            </a:r>
            <a:r>
              <a:rPr lang="en-US" dirty="0" err="1"/>
              <a:t>utanför</a:t>
            </a:r>
            <a:r>
              <a:rPr lang="en-US" dirty="0"/>
              <a:t> </a:t>
            </a:r>
            <a:r>
              <a:rPr lang="en-US" dirty="0" err="1"/>
              <a:t>skärmen</a:t>
            </a:r>
            <a:r>
              <a:rPr lang="en-US" dirty="0"/>
              <a:t> för </a:t>
            </a:r>
            <a:r>
              <a:rPr lang="en-US" dirty="0" err="1"/>
              <a:t>att</a:t>
            </a:r>
            <a:r>
              <a:rPr lang="en-US" dirty="0"/>
              <a:t> </a:t>
            </a:r>
            <a:r>
              <a:rPr lang="en-US" dirty="0" err="1"/>
              <a:t>skapa</a:t>
            </a:r>
            <a:r>
              <a:rPr lang="en-US" dirty="0"/>
              <a:t> </a:t>
            </a:r>
            <a:r>
              <a:rPr lang="en-US" dirty="0" err="1"/>
              <a:t>större</a:t>
            </a:r>
            <a:r>
              <a:rPr lang="en-US" dirty="0"/>
              <a:t> </a:t>
            </a:r>
            <a:r>
              <a:rPr lang="en-US" dirty="0" err="1"/>
              <a:t>kartor</a:t>
            </a:r>
            <a:endParaRPr lang="en-US" dirty="0"/>
          </a:p>
          <a:p>
            <a:r>
              <a:rPr lang="en-US" b="1" dirty="0" err="1"/>
              <a:t>set_bkg_data</a:t>
            </a:r>
            <a:r>
              <a:rPr lang="en-US" b="1" dirty="0"/>
              <a:t>(), </a:t>
            </a:r>
            <a:r>
              <a:rPr lang="en-US" b="1" dirty="0" err="1"/>
              <a:t>set_bgk_palette</a:t>
            </a:r>
            <a:r>
              <a:rPr lang="en-US" b="1" dirty="0"/>
              <a:t>() </a:t>
            </a:r>
            <a:r>
              <a:rPr lang="en-US" dirty="0"/>
              <a:t>– </a:t>
            </a:r>
            <a:r>
              <a:rPr lang="en-US" dirty="0" err="1"/>
              <a:t>ladda</a:t>
            </a:r>
            <a:r>
              <a:rPr lang="en-US" dirty="0"/>
              <a:t> in data</a:t>
            </a:r>
          </a:p>
          <a:p>
            <a:r>
              <a:rPr lang="en-US" b="1" dirty="0" err="1"/>
              <a:t>set_bkg_tiles</a:t>
            </a:r>
            <a:r>
              <a:rPr lang="en-US" b="1" dirty="0"/>
              <a:t>()/</a:t>
            </a:r>
            <a:r>
              <a:rPr lang="en-US" b="1" dirty="0" err="1"/>
              <a:t>set_bkg_submap</a:t>
            </a:r>
            <a:r>
              <a:rPr lang="en-US" b="1" dirty="0"/>
              <a:t>() </a:t>
            </a:r>
            <a:r>
              <a:rPr lang="en-US" dirty="0"/>
              <a:t>– </a:t>
            </a:r>
            <a:r>
              <a:rPr lang="en-US" dirty="0" err="1"/>
              <a:t>sätt</a:t>
            </a:r>
            <a:r>
              <a:rPr lang="en-US" dirty="0"/>
              <a:t> </a:t>
            </a:r>
            <a:r>
              <a:rPr lang="en-US" dirty="0" err="1"/>
              <a:t>kartan</a:t>
            </a:r>
            <a:endParaRPr lang="en-US" dirty="0"/>
          </a:p>
          <a:p>
            <a:r>
              <a:rPr lang="en-US" b="1" dirty="0" err="1"/>
              <a:t>set_bkg_attributes</a:t>
            </a:r>
            <a:r>
              <a:rPr lang="en-US" b="1" dirty="0"/>
              <a:t>()/</a:t>
            </a:r>
            <a:r>
              <a:rPr lang="en-US" b="1" dirty="0" err="1"/>
              <a:t>set_bkg_submap_attributes</a:t>
            </a:r>
            <a:r>
              <a:rPr lang="en-US" b="1" dirty="0"/>
              <a:t>() </a:t>
            </a:r>
            <a:r>
              <a:rPr lang="en-US" dirty="0"/>
              <a:t>– </a:t>
            </a:r>
            <a:r>
              <a:rPr lang="en-US" dirty="0" err="1"/>
              <a:t>sätt</a:t>
            </a:r>
            <a:r>
              <a:rPr lang="en-US" dirty="0"/>
              <a:t> </a:t>
            </a:r>
            <a:r>
              <a:rPr lang="en-US" dirty="0" err="1"/>
              <a:t>palett</a:t>
            </a:r>
            <a:r>
              <a:rPr lang="en-US" dirty="0"/>
              <a:t> och </a:t>
            </a:r>
            <a:r>
              <a:rPr lang="en-US" dirty="0" err="1"/>
              <a:t>fliph</a:t>
            </a:r>
            <a:r>
              <a:rPr lang="en-US" dirty="0"/>
              <a:t>/v</a:t>
            </a:r>
          </a:p>
        </p:txBody>
      </p:sp>
    </p:spTree>
    <p:extLst>
      <p:ext uri="{BB962C8B-B14F-4D97-AF65-F5344CB8AC3E}">
        <p14:creationId xmlns:p14="http://schemas.microsoft.com/office/powerpoint/2010/main" val="37423760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7819E-D0A6-0672-B1B6-C2AD46350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Grafik</a:t>
            </a:r>
            <a:r>
              <a:rPr lang="en-US" dirty="0"/>
              <a:t> - sprites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366EA2-21E4-6ED3-C5C9-F7C9F5F66F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40st HW sprites </a:t>
            </a:r>
            <a:r>
              <a:rPr lang="en-US" dirty="0" err="1"/>
              <a:t>som</a:t>
            </a:r>
            <a:r>
              <a:rPr lang="en-US" dirty="0"/>
              <a:t> </a:t>
            </a:r>
            <a:r>
              <a:rPr lang="en-US" dirty="0" err="1"/>
              <a:t>ritar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tiles </a:t>
            </a:r>
            <a:r>
              <a:rPr lang="en-US" dirty="0" err="1"/>
              <a:t>från</a:t>
            </a:r>
            <a:r>
              <a:rPr lang="en-US" dirty="0"/>
              <a:t> VRAM </a:t>
            </a:r>
            <a:r>
              <a:rPr lang="en-US" dirty="0" err="1"/>
              <a:t>på</a:t>
            </a:r>
            <a:r>
              <a:rPr lang="en-US" dirty="0"/>
              <a:t> </a:t>
            </a:r>
            <a:r>
              <a:rPr lang="en-US" dirty="0" err="1"/>
              <a:t>skärmen</a:t>
            </a:r>
            <a:endParaRPr lang="en-US" dirty="0"/>
          </a:p>
          <a:p>
            <a:r>
              <a:rPr lang="en-US" dirty="0"/>
              <a:t>3 </a:t>
            </a:r>
            <a:r>
              <a:rPr lang="en-US" dirty="0" err="1"/>
              <a:t>färger</a:t>
            </a:r>
            <a:r>
              <a:rPr lang="en-US" dirty="0"/>
              <a:t> per tile (</a:t>
            </a:r>
            <a:r>
              <a:rPr lang="en-US" dirty="0" err="1"/>
              <a:t>färg</a:t>
            </a:r>
            <a:r>
              <a:rPr lang="en-US" dirty="0"/>
              <a:t> 00 </a:t>
            </a:r>
            <a:r>
              <a:rPr lang="en-US" dirty="0" err="1"/>
              <a:t>är</a:t>
            </a:r>
            <a:r>
              <a:rPr lang="en-US" dirty="0"/>
              <a:t> transparent)</a:t>
            </a:r>
          </a:p>
          <a:p>
            <a:r>
              <a:rPr lang="en-US" dirty="0"/>
              <a:t>Sprites </a:t>
            </a:r>
            <a:r>
              <a:rPr lang="en-US" dirty="0" err="1"/>
              <a:t>kan</a:t>
            </a:r>
            <a:r>
              <a:rPr lang="en-US" dirty="0"/>
              <a:t> </a:t>
            </a:r>
            <a:r>
              <a:rPr lang="en-US" dirty="0" err="1"/>
              <a:t>positioneras</a:t>
            </a:r>
            <a:r>
              <a:rPr lang="en-US" dirty="0"/>
              <a:t> </a:t>
            </a:r>
            <a:r>
              <a:rPr lang="en-US" dirty="0" err="1"/>
              <a:t>på</a:t>
            </a:r>
            <a:r>
              <a:rPr lang="en-US" dirty="0"/>
              <a:t> </a:t>
            </a:r>
            <a:r>
              <a:rPr lang="en-US" dirty="0" err="1"/>
              <a:t>pixelnivå</a:t>
            </a:r>
            <a:r>
              <a:rPr lang="en-US" dirty="0"/>
              <a:t>, och </a:t>
            </a:r>
            <a:r>
              <a:rPr lang="en-US" dirty="0" err="1"/>
              <a:t>behöver</a:t>
            </a:r>
            <a:r>
              <a:rPr lang="en-US" dirty="0"/>
              <a:t> </a:t>
            </a:r>
            <a:r>
              <a:rPr lang="en-US" dirty="0" err="1"/>
              <a:t>inte</a:t>
            </a:r>
            <a:r>
              <a:rPr lang="en-US" dirty="0"/>
              <a:t> explicit “</a:t>
            </a:r>
            <a:r>
              <a:rPr lang="en-US" dirty="0" err="1"/>
              <a:t>ritas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”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koden</a:t>
            </a:r>
            <a:r>
              <a:rPr lang="en-US" dirty="0"/>
              <a:t> </a:t>
            </a:r>
            <a:r>
              <a:rPr lang="en-US" dirty="0" err="1"/>
              <a:t>varje</a:t>
            </a:r>
            <a:r>
              <a:rPr lang="en-US" dirty="0"/>
              <a:t> loop</a:t>
            </a:r>
          </a:p>
          <a:p>
            <a:r>
              <a:rPr lang="en-US" b="1" dirty="0"/>
              <a:t>png2asset</a:t>
            </a:r>
            <a:r>
              <a:rPr lang="en-US" dirty="0"/>
              <a:t> och GBDK </a:t>
            </a:r>
            <a:r>
              <a:rPr lang="en-US" dirty="0" err="1"/>
              <a:t>har</a:t>
            </a:r>
            <a:r>
              <a:rPr lang="en-US" dirty="0"/>
              <a:t> </a:t>
            </a:r>
            <a:r>
              <a:rPr lang="en-US" dirty="0" err="1"/>
              <a:t>ett</a:t>
            </a:r>
            <a:r>
              <a:rPr lang="en-US" dirty="0"/>
              <a:t> </a:t>
            </a:r>
            <a:r>
              <a:rPr lang="en-US" dirty="0" err="1"/>
              <a:t>högnivå</a:t>
            </a:r>
            <a:r>
              <a:rPr lang="en-US" dirty="0"/>
              <a:t> API “</a:t>
            </a:r>
            <a:r>
              <a:rPr lang="en-US" b="1" dirty="0" err="1"/>
              <a:t>metasprites</a:t>
            </a:r>
            <a:r>
              <a:rPr lang="en-US" dirty="0"/>
              <a:t>”, </a:t>
            </a:r>
            <a:r>
              <a:rPr lang="en-US" dirty="0" err="1"/>
              <a:t>som</a:t>
            </a:r>
            <a:r>
              <a:rPr lang="en-US" dirty="0"/>
              <a:t> </a:t>
            </a:r>
            <a:r>
              <a:rPr lang="en-US" dirty="0" err="1"/>
              <a:t>kan</a:t>
            </a:r>
            <a:r>
              <a:rPr lang="en-US" dirty="0"/>
              <a:t> </a:t>
            </a:r>
            <a:r>
              <a:rPr lang="en-US" dirty="0" err="1"/>
              <a:t>rita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större</a:t>
            </a:r>
            <a:r>
              <a:rPr lang="en-US" dirty="0"/>
              <a:t> </a:t>
            </a:r>
            <a:r>
              <a:rPr lang="en-US" dirty="0" err="1"/>
              <a:t>bilder</a:t>
            </a:r>
            <a:r>
              <a:rPr lang="en-US" dirty="0"/>
              <a:t> (till </a:t>
            </a:r>
            <a:r>
              <a:rPr lang="en-US" dirty="0" err="1"/>
              <a:t>exempel</a:t>
            </a:r>
            <a:r>
              <a:rPr lang="en-US" dirty="0"/>
              <a:t> 32x32 </a:t>
            </a:r>
            <a:r>
              <a:rPr lang="en-US" dirty="0" err="1"/>
              <a:t>pixlar</a:t>
            </a:r>
            <a:r>
              <a:rPr lang="en-US" dirty="0"/>
              <a:t>) </a:t>
            </a:r>
            <a:r>
              <a:rPr lang="en-US" dirty="0" err="1"/>
              <a:t>som</a:t>
            </a:r>
            <a:r>
              <a:rPr lang="en-US" dirty="0"/>
              <a:t> </a:t>
            </a:r>
            <a:r>
              <a:rPr lang="en-US" dirty="0" err="1"/>
              <a:t>rör</a:t>
            </a:r>
            <a:r>
              <a:rPr lang="en-US" dirty="0"/>
              <a:t> sig </a:t>
            </a:r>
            <a:r>
              <a:rPr lang="en-US" dirty="0" err="1"/>
              <a:t>som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sprite. Dessa </a:t>
            </a:r>
            <a:r>
              <a:rPr lang="en-US" dirty="0" err="1"/>
              <a:t>använder</a:t>
            </a:r>
            <a:r>
              <a:rPr lang="en-US" dirty="0"/>
              <a:t> </a:t>
            </a:r>
            <a:r>
              <a:rPr lang="en-US" dirty="0" err="1"/>
              <a:t>då</a:t>
            </a:r>
            <a:r>
              <a:rPr lang="en-US" dirty="0"/>
              <a:t> </a:t>
            </a:r>
            <a:r>
              <a:rPr lang="en-US" dirty="0" err="1"/>
              <a:t>flera</a:t>
            </a:r>
            <a:r>
              <a:rPr lang="en-US" dirty="0"/>
              <a:t> HW sprites för </a:t>
            </a:r>
            <a:r>
              <a:rPr lang="en-US" dirty="0" err="1"/>
              <a:t>att</a:t>
            </a:r>
            <a:r>
              <a:rPr lang="en-US" dirty="0"/>
              <a:t> </a:t>
            </a:r>
            <a:r>
              <a:rPr lang="en-US" dirty="0" err="1"/>
              <a:t>renderas</a:t>
            </a:r>
            <a:endParaRPr lang="en-US" dirty="0"/>
          </a:p>
          <a:p>
            <a:r>
              <a:rPr lang="en-US" b="1" dirty="0" err="1"/>
              <a:t>set_sprite_data</a:t>
            </a:r>
            <a:r>
              <a:rPr lang="en-US" b="1" dirty="0"/>
              <a:t>(), </a:t>
            </a:r>
            <a:r>
              <a:rPr lang="en-US" b="1" dirty="0" err="1"/>
              <a:t>set_sprite_palette</a:t>
            </a:r>
            <a:r>
              <a:rPr lang="en-US" b="1" dirty="0"/>
              <a:t>() </a:t>
            </a:r>
            <a:r>
              <a:rPr lang="en-US" dirty="0"/>
              <a:t>– </a:t>
            </a:r>
            <a:r>
              <a:rPr lang="en-US" dirty="0" err="1"/>
              <a:t>ladda</a:t>
            </a:r>
            <a:r>
              <a:rPr lang="en-US" dirty="0"/>
              <a:t> data</a:t>
            </a:r>
          </a:p>
          <a:p>
            <a:r>
              <a:rPr lang="en-US" b="1" dirty="0" err="1"/>
              <a:t>scroll_sprite</a:t>
            </a:r>
            <a:r>
              <a:rPr lang="en-US" b="1" dirty="0"/>
              <a:t>(), </a:t>
            </a:r>
            <a:r>
              <a:rPr lang="en-US" b="1" dirty="0" err="1"/>
              <a:t>move_sprite</a:t>
            </a:r>
            <a:r>
              <a:rPr lang="en-US" b="1" dirty="0"/>
              <a:t>(), </a:t>
            </a:r>
            <a:r>
              <a:rPr lang="en-SE" b="1" dirty="0" err="1"/>
              <a:t>move_metasprite_ex</a:t>
            </a:r>
            <a:r>
              <a:rPr lang="en-US" b="1" dirty="0"/>
              <a:t>() </a:t>
            </a:r>
            <a:r>
              <a:rPr lang="en-US" dirty="0"/>
              <a:t>– </a:t>
            </a:r>
            <a:r>
              <a:rPr lang="en-US" dirty="0" err="1"/>
              <a:t>rendera</a:t>
            </a:r>
            <a:endParaRPr lang="en-SE" dirty="0"/>
          </a:p>
        </p:txBody>
      </p:sp>
    </p:spTree>
    <p:extLst>
      <p:ext uri="{BB962C8B-B14F-4D97-AF65-F5344CB8AC3E}">
        <p14:creationId xmlns:p14="http://schemas.microsoft.com/office/powerpoint/2010/main" val="3224415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B5B32-E205-9E73-6790-21E886651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png2asset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81EC92-BC17-D570-BC28-1F60C9E5CC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Ett </a:t>
            </a:r>
            <a:r>
              <a:rPr lang="en-US" dirty="0" err="1"/>
              <a:t>commandline</a:t>
            </a:r>
            <a:r>
              <a:rPr lang="en-US" dirty="0"/>
              <a:t> tool </a:t>
            </a:r>
            <a:r>
              <a:rPr lang="en-US" dirty="0" err="1"/>
              <a:t>som</a:t>
            </a:r>
            <a:r>
              <a:rPr lang="en-US" dirty="0"/>
              <a:t> </a:t>
            </a:r>
            <a:r>
              <a:rPr lang="en-US" dirty="0" err="1"/>
              <a:t>kommer</a:t>
            </a:r>
            <a:r>
              <a:rPr lang="en-US" dirty="0"/>
              <a:t> med GBDK</a:t>
            </a:r>
          </a:p>
          <a:p>
            <a:r>
              <a:rPr lang="en-US" dirty="0"/>
              <a:t>Kan </a:t>
            </a:r>
            <a:r>
              <a:rPr lang="en-US" dirty="0" err="1"/>
              <a:t>skapa</a:t>
            </a:r>
            <a:r>
              <a:rPr lang="en-US" dirty="0"/>
              <a:t> </a:t>
            </a:r>
            <a:r>
              <a:rPr lang="en-US" dirty="0" err="1"/>
              <a:t>metasprites</a:t>
            </a:r>
            <a:r>
              <a:rPr lang="en-US" dirty="0"/>
              <a:t> (</a:t>
            </a:r>
            <a:r>
              <a:rPr lang="en-US" b="1" dirty="0"/>
              <a:t>-</a:t>
            </a:r>
            <a:r>
              <a:rPr lang="en-US" b="1" dirty="0" err="1"/>
              <a:t>sw</a:t>
            </a:r>
            <a:r>
              <a:rPr lang="en-US" dirty="0"/>
              <a:t>, </a:t>
            </a:r>
            <a:r>
              <a:rPr lang="en-US" b="1" dirty="0"/>
              <a:t>-</a:t>
            </a:r>
            <a:r>
              <a:rPr lang="en-US" b="1" dirty="0" err="1"/>
              <a:t>sh</a:t>
            </a:r>
            <a:r>
              <a:rPr lang="en-US" dirty="0"/>
              <a:t>)</a:t>
            </a:r>
          </a:p>
          <a:p>
            <a:pPr lvl="1"/>
            <a:r>
              <a:rPr lang="en-US" dirty="0" err="1"/>
              <a:t>Notera</a:t>
            </a:r>
            <a:r>
              <a:rPr lang="en-US" dirty="0"/>
              <a:t>: spr8x16 </a:t>
            </a:r>
            <a:r>
              <a:rPr lang="en-US" dirty="0" err="1"/>
              <a:t>är</a:t>
            </a:r>
            <a:r>
              <a:rPr lang="en-US" dirty="0"/>
              <a:t> default, </a:t>
            </a:r>
            <a:r>
              <a:rPr lang="en-US" dirty="0" err="1"/>
              <a:t>måste</a:t>
            </a:r>
            <a:r>
              <a:rPr lang="en-US" dirty="0"/>
              <a:t> ha med </a:t>
            </a:r>
            <a:r>
              <a:rPr lang="en-US" b="1" dirty="0"/>
              <a:t>SPRITES_8x16;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koden</a:t>
            </a:r>
            <a:endParaRPr lang="en-US" dirty="0"/>
          </a:p>
          <a:p>
            <a:r>
              <a:rPr lang="en-US" dirty="0"/>
              <a:t>Kan </a:t>
            </a:r>
            <a:r>
              <a:rPr lang="en-US" dirty="0" err="1"/>
              <a:t>skapa</a:t>
            </a:r>
            <a:r>
              <a:rPr lang="en-US" dirty="0"/>
              <a:t> </a:t>
            </a:r>
            <a:r>
              <a:rPr lang="en-US" dirty="0" err="1"/>
              <a:t>bakgrunder</a:t>
            </a:r>
            <a:r>
              <a:rPr lang="en-US" dirty="0"/>
              <a:t> (</a:t>
            </a:r>
            <a:r>
              <a:rPr lang="en-US" b="1" dirty="0"/>
              <a:t>-map</a:t>
            </a:r>
            <a:r>
              <a:rPr lang="en-US" dirty="0"/>
              <a:t>, </a:t>
            </a:r>
            <a:r>
              <a:rPr lang="en-US" b="1" dirty="0"/>
              <a:t>-</a:t>
            </a:r>
            <a:r>
              <a:rPr lang="en-US" b="1" dirty="0" err="1"/>
              <a:t>use_map_attributes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Kan </a:t>
            </a:r>
            <a:r>
              <a:rPr lang="en-US" dirty="0" err="1"/>
              <a:t>automatiskt</a:t>
            </a:r>
            <a:r>
              <a:rPr lang="en-US" dirty="0"/>
              <a:t> </a:t>
            </a:r>
            <a:r>
              <a:rPr lang="en-US" dirty="0" err="1"/>
              <a:t>skapa</a:t>
            </a:r>
            <a:r>
              <a:rPr lang="en-US" dirty="0"/>
              <a:t> </a:t>
            </a:r>
            <a:r>
              <a:rPr lang="en-US" dirty="0" err="1"/>
              <a:t>tilesets</a:t>
            </a:r>
            <a:r>
              <a:rPr lang="en-US" dirty="0"/>
              <a:t> och </a:t>
            </a:r>
            <a:r>
              <a:rPr lang="en-US" dirty="0" err="1"/>
              <a:t>paletter</a:t>
            </a:r>
            <a:r>
              <a:rPr lang="en-US" dirty="0"/>
              <a:t> </a:t>
            </a:r>
            <a:r>
              <a:rPr lang="en-US" dirty="0" err="1"/>
              <a:t>från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b="1" dirty="0"/>
              <a:t>.</a:t>
            </a:r>
            <a:r>
              <a:rPr lang="en-US" b="1" dirty="0" err="1"/>
              <a:t>png</a:t>
            </a:r>
            <a:endParaRPr lang="en-US" b="1" dirty="0"/>
          </a:p>
          <a:p>
            <a:r>
              <a:rPr lang="en-US" dirty="0"/>
              <a:t>Output </a:t>
            </a:r>
            <a:r>
              <a:rPr lang="en-US" dirty="0" err="1"/>
              <a:t>är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b="1" dirty="0"/>
              <a:t>.h/.c</a:t>
            </a:r>
            <a:r>
              <a:rPr lang="en-US" dirty="0"/>
              <a:t> med </a:t>
            </a:r>
            <a:r>
              <a:rPr lang="en-US" dirty="0" err="1"/>
              <a:t>variabler</a:t>
            </a:r>
            <a:r>
              <a:rPr lang="en-US" dirty="0"/>
              <a:t>/defines </a:t>
            </a:r>
            <a:r>
              <a:rPr lang="en-US" dirty="0" err="1"/>
              <a:t>som</a:t>
            </a:r>
            <a:r>
              <a:rPr lang="en-US" dirty="0"/>
              <a:t> </a:t>
            </a:r>
            <a:r>
              <a:rPr lang="en-US" dirty="0" err="1"/>
              <a:t>kan</a:t>
            </a:r>
            <a:r>
              <a:rPr lang="en-US" dirty="0"/>
              <a:t> </a:t>
            </a:r>
            <a:r>
              <a:rPr lang="en-US" dirty="0" err="1"/>
              <a:t>användas</a:t>
            </a:r>
            <a:r>
              <a:rPr lang="en-US" dirty="0"/>
              <a:t> med GBDKs API</a:t>
            </a:r>
          </a:p>
          <a:p>
            <a:r>
              <a:rPr lang="en-US" dirty="0"/>
              <a:t>Finns </a:t>
            </a:r>
            <a:r>
              <a:rPr lang="en-US" dirty="0" err="1"/>
              <a:t>mer</a:t>
            </a:r>
            <a:r>
              <a:rPr lang="en-US" dirty="0"/>
              <a:t> </a:t>
            </a:r>
            <a:r>
              <a:rPr lang="en-US" dirty="0" err="1"/>
              <a:t>avancerade</a:t>
            </a:r>
            <a:r>
              <a:rPr lang="en-US" dirty="0"/>
              <a:t> </a:t>
            </a:r>
            <a:r>
              <a:rPr lang="en-US" dirty="0" err="1"/>
              <a:t>funktioner</a:t>
            </a:r>
            <a:r>
              <a:rPr lang="en-US" dirty="0"/>
              <a:t> </a:t>
            </a:r>
            <a:r>
              <a:rPr lang="en-US" dirty="0" err="1"/>
              <a:t>också</a:t>
            </a:r>
            <a:r>
              <a:rPr lang="en-US" dirty="0"/>
              <a:t>, </a:t>
            </a:r>
            <a:r>
              <a:rPr lang="en-US" dirty="0" err="1"/>
              <a:t>har</a:t>
            </a:r>
            <a:r>
              <a:rPr lang="en-US" dirty="0"/>
              <a:t> </a:t>
            </a:r>
            <a:r>
              <a:rPr lang="en-US" dirty="0" err="1"/>
              <a:t>inte</a:t>
            </a:r>
            <a:r>
              <a:rPr lang="en-US" dirty="0"/>
              <a:t> </a:t>
            </a:r>
            <a:r>
              <a:rPr lang="en-US" dirty="0" err="1"/>
              <a:t>grävt</a:t>
            </a:r>
            <a:r>
              <a:rPr lang="en-US" dirty="0"/>
              <a:t> </a:t>
            </a:r>
            <a:r>
              <a:rPr lang="en-US" dirty="0" err="1"/>
              <a:t>djupare</a:t>
            </a:r>
            <a:endParaRPr lang="en-US" dirty="0"/>
          </a:p>
          <a:p>
            <a:pPr lvl="1"/>
            <a:endParaRPr lang="en-SE" dirty="0"/>
          </a:p>
        </p:txBody>
      </p:sp>
    </p:spTree>
    <p:extLst>
      <p:ext uri="{BB962C8B-B14F-4D97-AF65-F5344CB8AC3E}">
        <p14:creationId xmlns:p14="http://schemas.microsoft.com/office/powerpoint/2010/main" val="21848025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2CDB5B-D790-D036-43D4-CD56B37868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Grafik</a:t>
            </a:r>
            <a:r>
              <a:rPr lang="en-US" dirty="0"/>
              <a:t> – “window” layer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56021F-96A7-B60F-F4D2-2FF2641173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Utöver</a:t>
            </a:r>
            <a:r>
              <a:rPr lang="en-US" dirty="0"/>
              <a:t> </a:t>
            </a:r>
            <a:r>
              <a:rPr lang="en-US" dirty="0" err="1"/>
              <a:t>bakgrund</a:t>
            </a:r>
            <a:r>
              <a:rPr lang="en-US" dirty="0"/>
              <a:t> och sprites </a:t>
            </a:r>
            <a:r>
              <a:rPr lang="en-US" dirty="0" err="1"/>
              <a:t>finns</a:t>
            </a:r>
            <a:r>
              <a:rPr lang="en-US" dirty="0"/>
              <a:t> </a:t>
            </a:r>
            <a:r>
              <a:rPr lang="en-US" dirty="0" err="1"/>
              <a:t>ett</a:t>
            </a:r>
            <a:r>
              <a:rPr lang="en-US" dirty="0"/>
              <a:t> 1-bit “window” lager för </a:t>
            </a:r>
            <a:r>
              <a:rPr lang="en-US" dirty="0" err="1"/>
              <a:t>enkla</a:t>
            </a:r>
            <a:r>
              <a:rPr lang="en-US" dirty="0"/>
              <a:t> UI, text etc.</a:t>
            </a:r>
          </a:p>
          <a:p>
            <a:r>
              <a:rPr lang="en-US" dirty="0"/>
              <a:t>Jag </a:t>
            </a:r>
            <a:r>
              <a:rPr lang="en-US" dirty="0" err="1"/>
              <a:t>har</a:t>
            </a:r>
            <a:r>
              <a:rPr lang="en-US" dirty="0"/>
              <a:t> </a:t>
            </a:r>
            <a:r>
              <a:rPr lang="en-US" dirty="0" err="1"/>
              <a:t>inte</a:t>
            </a:r>
            <a:r>
              <a:rPr lang="en-US" dirty="0"/>
              <a:t> </a:t>
            </a:r>
            <a:r>
              <a:rPr lang="en-US" dirty="0" err="1"/>
              <a:t>experimenterat</a:t>
            </a:r>
            <a:r>
              <a:rPr lang="en-US" dirty="0"/>
              <a:t> </a:t>
            </a:r>
            <a:r>
              <a:rPr lang="en-US" dirty="0" err="1"/>
              <a:t>något</a:t>
            </a:r>
            <a:r>
              <a:rPr lang="en-US" dirty="0"/>
              <a:t> med </a:t>
            </a:r>
            <a:r>
              <a:rPr lang="en-US" dirty="0" err="1"/>
              <a:t>detta</a:t>
            </a:r>
            <a:endParaRPr lang="en-SE" dirty="0"/>
          </a:p>
        </p:txBody>
      </p:sp>
    </p:spTree>
    <p:extLst>
      <p:ext uri="{BB962C8B-B14F-4D97-AF65-F5344CB8AC3E}">
        <p14:creationId xmlns:p14="http://schemas.microsoft.com/office/powerpoint/2010/main" val="7166688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B97A7-0662-1FDF-D00C-BA9E7B673B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Grafik</a:t>
            </a:r>
            <a:r>
              <a:rPr lang="en-US" dirty="0"/>
              <a:t> – </a:t>
            </a:r>
            <a:r>
              <a:rPr lang="en-US" dirty="0" err="1"/>
              <a:t>drawing.h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25EDFD-16F5-AA08-E0FE-AEC9104DDB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Utöver</a:t>
            </a:r>
            <a:r>
              <a:rPr lang="en-US" dirty="0"/>
              <a:t> </a:t>
            </a:r>
            <a:r>
              <a:rPr lang="en-US" dirty="0" err="1"/>
              <a:t>detta</a:t>
            </a:r>
            <a:r>
              <a:rPr lang="en-US" dirty="0"/>
              <a:t> </a:t>
            </a:r>
            <a:r>
              <a:rPr lang="en-US" dirty="0" err="1"/>
              <a:t>kan</a:t>
            </a:r>
            <a:r>
              <a:rPr lang="en-US" dirty="0"/>
              <a:t> GBDK </a:t>
            </a:r>
            <a:r>
              <a:rPr lang="en-US" dirty="0" err="1"/>
              <a:t>rita</a:t>
            </a:r>
            <a:r>
              <a:rPr lang="en-US" dirty="0"/>
              <a:t> </a:t>
            </a:r>
            <a:r>
              <a:rPr lang="en-US" dirty="0" err="1"/>
              <a:t>enkla</a:t>
            </a:r>
            <a:r>
              <a:rPr lang="en-US" dirty="0"/>
              <a:t> former och </a:t>
            </a:r>
            <a:r>
              <a:rPr lang="en-US" dirty="0" err="1"/>
              <a:t>skriva</a:t>
            </a:r>
            <a:r>
              <a:rPr lang="en-US" dirty="0"/>
              <a:t> text (</a:t>
            </a:r>
            <a:r>
              <a:rPr lang="en-US" dirty="0" err="1"/>
              <a:t>osäker</a:t>
            </a:r>
            <a:r>
              <a:rPr lang="en-US" dirty="0"/>
              <a:t> </a:t>
            </a:r>
            <a:r>
              <a:rPr lang="en-US" dirty="0" err="1"/>
              <a:t>vilket</a:t>
            </a:r>
            <a:r>
              <a:rPr lang="en-US" dirty="0"/>
              <a:t> lager </a:t>
            </a:r>
            <a:r>
              <a:rPr lang="en-US" dirty="0" err="1"/>
              <a:t>detta</a:t>
            </a:r>
            <a:r>
              <a:rPr lang="en-US" dirty="0"/>
              <a:t> </a:t>
            </a:r>
            <a:r>
              <a:rPr lang="en-US" dirty="0" err="1"/>
              <a:t>lägger</a:t>
            </a:r>
            <a:r>
              <a:rPr lang="en-US" dirty="0"/>
              <a:t> sig </a:t>
            </a:r>
            <a:r>
              <a:rPr lang="en-US" dirty="0" err="1"/>
              <a:t>på</a:t>
            </a:r>
            <a:r>
              <a:rPr lang="en-US" dirty="0"/>
              <a:t>, </a:t>
            </a:r>
            <a:r>
              <a:rPr lang="en-US" dirty="0" err="1"/>
              <a:t>eller</a:t>
            </a:r>
            <a:r>
              <a:rPr lang="en-US" dirty="0"/>
              <a:t> om den </a:t>
            </a:r>
            <a:r>
              <a:rPr lang="en-US" dirty="0" err="1"/>
              <a:t>skriver</a:t>
            </a:r>
            <a:r>
              <a:rPr lang="en-US" dirty="0"/>
              <a:t> </a:t>
            </a:r>
            <a:r>
              <a:rPr lang="en-US" dirty="0" err="1"/>
              <a:t>direkt</a:t>
            </a:r>
            <a:r>
              <a:rPr lang="en-US" dirty="0"/>
              <a:t> till </a:t>
            </a:r>
            <a:r>
              <a:rPr lang="en-US" dirty="0" err="1"/>
              <a:t>skärmbuffern</a:t>
            </a:r>
            <a:r>
              <a:rPr lang="en-US" dirty="0"/>
              <a:t>)</a:t>
            </a:r>
          </a:p>
          <a:p>
            <a:r>
              <a:rPr lang="en-US" dirty="0"/>
              <a:t>Se </a:t>
            </a:r>
            <a:r>
              <a:rPr lang="en-US" dirty="0" err="1"/>
              <a:t>drawing.h</a:t>
            </a:r>
            <a:r>
              <a:rPr lang="en-US" dirty="0"/>
              <a:t>:</a:t>
            </a:r>
          </a:p>
          <a:p>
            <a:pPr lvl="1"/>
            <a:r>
              <a:rPr lang="en-SE" b="1" dirty="0" err="1"/>
              <a:t>gotogxy</a:t>
            </a:r>
            <a:r>
              <a:rPr lang="en-SE" b="1" dirty="0"/>
              <a:t>(x, y), </a:t>
            </a:r>
            <a:r>
              <a:rPr lang="en-SE" b="1" dirty="0" err="1"/>
              <a:t>color</a:t>
            </a:r>
            <a:r>
              <a:rPr lang="en-SE" b="1" dirty="0"/>
              <a:t>(f, b, mode), </a:t>
            </a:r>
            <a:r>
              <a:rPr lang="en-SE" b="1" dirty="0" err="1"/>
              <a:t>gprint</a:t>
            </a:r>
            <a:r>
              <a:rPr lang="en-SE" b="1" dirty="0"/>
              <a:t>/</a:t>
            </a:r>
            <a:r>
              <a:rPr lang="en-SE" b="1" dirty="0" err="1"/>
              <a:t>gprintn</a:t>
            </a:r>
            <a:r>
              <a:rPr lang="en-SE" b="1" dirty="0"/>
              <a:t>/</a:t>
            </a:r>
            <a:r>
              <a:rPr lang="en-SE" b="1" dirty="0" err="1"/>
              <a:t>gprintln</a:t>
            </a:r>
            <a:r>
              <a:rPr lang="en-SE" b="1" dirty="0"/>
              <a:t>/</a:t>
            </a:r>
            <a:r>
              <a:rPr lang="en-SE" b="1" dirty="0" err="1"/>
              <a:t>gprintf</a:t>
            </a:r>
            <a:endParaRPr lang="en-US" b="1" dirty="0"/>
          </a:p>
          <a:p>
            <a:pPr lvl="1"/>
            <a:r>
              <a:rPr lang="en-US" dirty="0"/>
              <a:t>Dessa </a:t>
            </a:r>
            <a:r>
              <a:rPr lang="en-US" dirty="0" err="1"/>
              <a:t>koordinater</a:t>
            </a:r>
            <a:r>
              <a:rPr lang="en-US" dirty="0"/>
              <a:t> </a:t>
            </a:r>
            <a:r>
              <a:rPr lang="en-US" dirty="0" err="1"/>
              <a:t>är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8x8 tiles, med (0,0)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övre</a:t>
            </a:r>
            <a:r>
              <a:rPr lang="en-US" dirty="0"/>
              <a:t> </a:t>
            </a:r>
            <a:r>
              <a:rPr lang="en-US" dirty="0" err="1"/>
              <a:t>vänstra</a:t>
            </a:r>
            <a:r>
              <a:rPr lang="en-US" dirty="0"/>
              <a:t> hornet</a:t>
            </a:r>
          </a:p>
          <a:p>
            <a:pPr lvl="1"/>
            <a:r>
              <a:rPr lang="en-US" dirty="0"/>
              <a:t>Bra för </a:t>
            </a:r>
            <a:r>
              <a:rPr lang="en-US" dirty="0" err="1"/>
              <a:t>att</a:t>
            </a:r>
            <a:r>
              <a:rPr lang="en-US" dirty="0"/>
              <a:t> visa t ex status UI, HP etc.</a:t>
            </a:r>
            <a:endParaRPr lang="en-SE" dirty="0"/>
          </a:p>
          <a:p>
            <a:r>
              <a:rPr lang="en-US" dirty="0" err="1"/>
              <a:t>Notera</a:t>
            </a:r>
            <a:r>
              <a:rPr lang="en-US" dirty="0"/>
              <a:t>! Text/</a:t>
            </a:r>
            <a:r>
              <a:rPr lang="en-US" dirty="0" err="1"/>
              <a:t>strängar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koden</a:t>
            </a:r>
            <a:r>
              <a:rPr lang="en-US" dirty="0"/>
              <a:t> </a:t>
            </a:r>
            <a:r>
              <a:rPr lang="en-US" dirty="0" err="1"/>
              <a:t>kan</a:t>
            </a:r>
            <a:r>
              <a:rPr lang="en-US" dirty="0"/>
              <a:t> ta </a:t>
            </a:r>
            <a:r>
              <a:rPr lang="en-US" dirty="0" err="1"/>
              <a:t>upp</a:t>
            </a:r>
            <a:r>
              <a:rPr lang="en-US" dirty="0"/>
              <a:t> </a:t>
            </a:r>
            <a:r>
              <a:rPr lang="en-US" dirty="0" err="1"/>
              <a:t>ganska</a:t>
            </a:r>
            <a:r>
              <a:rPr lang="en-US" dirty="0"/>
              <a:t> </a:t>
            </a:r>
            <a:r>
              <a:rPr lang="en-US" dirty="0" err="1"/>
              <a:t>mycket</a:t>
            </a:r>
            <a:r>
              <a:rPr lang="en-US" dirty="0"/>
              <a:t> plats!</a:t>
            </a:r>
            <a:endParaRPr lang="en-SE" dirty="0"/>
          </a:p>
        </p:txBody>
      </p:sp>
    </p:spTree>
    <p:extLst>
      <p:ext uri="{BB962C8B-B14F-4D97-AF65-F5344CB8AC3E}">
        <p14:creationId xmlns:p14="http://schemas.microsoft.com/office/powerpoint/2010/main" val="2971388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6BB71-7DB4-6784-26BC-E378F67089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Input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B55302-9810-7245-88D0-BB1FC3E5AA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Ganska </a:t>
            </a:r>
            <a:r>
              <a:rPr lang="en-US" dirty="0" err="1"/>
              <a:t>simpelt</a:t>
            </a:r>
            <a:r>
              <a:rPr lang="en-US" dirty="0"/>
              <a:t>; </a:t>
            </a:r>
            <a:r>
              <a:rPr lang="en-US" dirty="0" err="1"/>
              <a:t>läs</a:t>
            </a:r>
            <a:r>
              <a:rPr lang="en-US" dirty="0"/>
              <a:t> av alla </a:t>
            </a:r>
            <a:r>
              <a:rPr lang="en-US" dirty="0" err="1"/>
              <a:t>knappar</a:t>
            </a:r>
            <a:r>
              <a:rPr lang="en-US" dirty="0"/>
              <a:t> </a:t>
            </a:r>
            <a:r>
              <a:rPr lang="en-US" dirty="0" err="1"/>
              <a:t>samtidigt</a:t>
            </a:r>
            <a:r>
              <a:rPr lang="en-US" dirty="0"/>
              <a:t> och </a:t>
            </a:r>
            <a:r>
              <a:rPr lang="en-US" dirty="0" err="1"/>
              <a:t>använd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mask för </a:t>
            </a:r>
            <a:r>
              <a:rPr lang="en-US" dirty="0" err="1"/>
              <a:t>att</a:t>
            </a:r>
            <a:r>
              <a:rPr lang="en-US" dirty="0"/>
              <a:t> </a:t>
            </a:r>
            <a:r>
              <a:rPr lang="en-US" dirty="0" err="1"/>
              <a:t>läsa</a:t>
            </a:r>
            <a:r>
              <a:rPr lang="en-US" dirty="0"/>
              <a:t> av dem: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Överkurs</a:t>
            </a:r>
            <a:r>
              <a:rPr lang="en-US" dirty="0"/>
              <a:t>: Link Cable med </a:t>
            </a:r>
            <a:r>
              <a:rPr lang="en-US" dirty="0" err="1"/>
              <a:t>seriekommunikation</a:t>
            </a:r>
            <a:r>
              <a:rPr lang="en-US" dirty="0"/>
              <a:t> </a:t>
            </a:r>
            <a:r>
              <a:rPr lang="en-US" dirty="0" err="1"/>
              <a:t>mellan</a:t>
            </a:r>
            <a:r>
              <a:rPr lang="en-US" dirty="0"/>
              <a:t> </a:t>
            </a:r>
            <a:r>
              <a:rPr lang="en-US" dirty="0" err="1"/>
              <a:t>upp</a:t>
            </a:r>
            <a:r>
              <a:rPr lang="en-US" dirty="0"/>
              <a:t> till 4 Gameboys (fast vi </a:t>
            </a:r>
            <a:r>
              <a:rPr lang="en-US" dirty="0" err="1"/>
              <a:t>har</a:t>
            </a:r>
            <a:r>
              <a:rPr lang="en-US" dirty="0"/>
              <a:t> bara </a:t>
            </a:r>
            <a:r>
              <a:rPr lang="en-US" dirty="0" err="1"/>
              <a:t>ett</a:t>
            </a:r>
            <a:r>
              <a:rPr lang="en-US" dirty="0"/>
              <a:t> </a:t>
            </a:r>
            <a:r>
              <a:rPr lang="en-US" dirty="0" err="1"/>
              <a:t>att</a:t>
            </a:r>
            <a:r>
              <a:rPr lang="en-US" dirty="0"/>
              <a:t> </a:t>
            </a:r>
            <a:r>
              <a:rPr lang="en-US" dirty="0" err="1"/>
              <a:t>testa</a:t>
            </a:r>
            <a:r>
              <a:rPr lang="en-US" dirty="0"/>
              <a:t> med…)</a:t>
            </a:r>
            <a:endParaRPr lang="en-S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D21E3D-39CE-C738-C6CA-41A41787FF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3785" y="2656889"/>
            <a:ext cx="7821116" cy="2400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81852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D3C6D-F5A7-45C3-5C8F-23F949617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Ljud</a:t>
            </a:r>
            <a:r>
              <a:rPr lang="en-US" dirty="0"/>
              <a:t> – </a:t>
            </a:r>
            <a:r>
              <a:rPr lang="en-US" dirty="0" err="1"/>
              <a:t>musik</a:t>
            </a:r>
            <a:endParaRPr lang="en-SE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FF7037-408B-B008-E764-6E6C0D47DC2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Editor: </a:t>
            </a:r>
            <a:r>
              <a:rPr lang="en-US" dirty="0" err="1"/>
              <a:t>hUGETracker</a:t>
            </a:r>
            <a:endParaRPr lang="en-US" dirty="0"/>
          </a:p>
          <a:p>
            <a:pPr lvl="1"/>
            <a:r>
              <a:rPr lang="en-US" dirty="0"/>
              <a:t>Finns </a:t>
            </a:r>
            <a:r>
              <a:rPr lang="en-US" dirty="0" err="1"/>
              <a:t>ett</a:t>
            </a:r>
            <a:r>
              <a:rPr lang="en-US" dirty="0"/>
              <a:t> gang </a:t>
            </a:r>
            <a:r>
              <a:rPr lang="en-US" dirty="0" err="1"/>
              <a:t>exempellåtar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programmet</a:t>
            </a:r>
            <a:r>
              <a:rPr lang="en-US" dirty="0"/>
              <a:t> om </a:t>
            </a:r>
            <a:r>
              <a:rPr lang="en-US" dirty="0" err="1"/>
              <a:t>ingen</a:t>
            </a:r>
            <a:r>
              <a:rPr lang="en-US" dirty="0"/>
              <a:t> </a:t>
            </a:r>
            <a:r>
              <a:rPr lang="en-US" dirty="0" err="1"/>
              <a:t>vill</a:t>
            </a:r>
            <a:r>
              <a:rPr lang="en-US" dirty="0"/>
              <a:t> </a:t>
            </a:r>
            <a:r>
              <a:rPr lang="en-US" dirty="0" err="1"/>
              <a:t>lära</a:t>
            </a:r>
            <a:r>
              <a:rPr lang="en-US" dirty="0"/>
              <a:t> sig under </a:t>
            </a:r>
            <a:r>
              <a:rPr lang="en-US" dirty="0" err="1"/>
              <a:t>gamejam</a:t>
            </a:r>
            <a:endParaRPr lang="en-US" dirty="0"/>
          </a:p>
          <a:p>
            <a:pPr lvl="1"/>
            <a:r>
              <a:rPr lang="en-US" dirty="0" err="1"/>
              <a:t>Något</a:t>
            </a:r>
            <a:r>
              <a:rPr lang="en-US" dirty="0"/>
              <a:t> </a:t>
            </a:r>
            <a:r>
              <a:rPr lang="en-US" dirty="0" err="1"/>
              <a:t>begränsat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arbetsflöde</a:t>
            </a:r>
            <a:r>
              <a:rPr lang="en-US" dirty="0"/>
              <a:t> (</a:t>
            </a:r>
            <a:r>
              <a:rPr lang="en-US" dirty="0" err="1"/>
              <a:t>ingen</a:t>
            </a:r>
            <a:r>
              <a:rPr lang="en-US" dirty="0"/>
              <a:t> </a:t>
            </a:r>
            <a:r>
              <a:rPr lang="en-US" dirty="0" err="1"/>
              <a:t>vettig</a:t>
            </a:r>
            <a:r>
              <a:rPr lang="en-US" dirty="0"/>
              <a:t> import </a:t>
            </a:r>
            <a:r>
              <a:rPr lang="en-US" dirty="0" err="1"/>
              <a:t>från</a:t>
            </a:r>
            <a:r>
              <a:rPr lang="en-US" dirty="0"/>
              <a:t> </a:t>
            </a:r>
            <a:r>
              <a:rPr lang="en-US" dirty="0" err="1"/>
              <a:t>andra</a:t>
            </a:r>
            <a:r>
              <a:rPr lang="en-US" dirty="0"/>
              <a:t> moderna program)</a:t>
            </a:r>
          </a:p>
          <a:p>
            <a:r>
              <a:rPr lang="en-US" dirty="0"/>
              <a:t>API: </a:t>
            </a:r>
            <a:r>
              <a:rPr lang="en-US" dirty="0" err="1"/>
              <a:t>hUGEDriver</a:t>
            </a:r>
            <a:endParaRPr lang="en-US" dirty="0"/>
          </a:p>
          <a:p>
            <a:pPr lvl="1"/>
            <a:r>
              <a:rPr lang="en-US" dirty="0"/>
              <a:t>Kan </a:t>
            </a:r>
            <a:r>
              <a:rPr lang="en-US" dirty="0" err="1"/>
              <a:t>byta</a:t>
            </a:r>
            <a:r>
              <a:rPr lang="en-US" dirty="0"/>
              <a:t> </a:t>
            </a:r>
            <a:r>
              <a:rPr lang="en-US" dirty="0" err="1"/>
              <a:t>mellan</a:t>
            </a:r>
            <a:r>
              <a:rPr lang="en-US" dirty="0"/>
              <a:t> </a:t>
            </a:r>
            <a:r>
              <a:rPr lang="en-US" dirty="0" err="1"/>
              <a:t>olika</a:t>
            </a:r>
            <a:r>
              <a:rPr lang="en-US" dirty="0"/>
              <a:t> </a:t>
            </a:r>
            <a:r>
              <a:rPr lang="en-US" dirty="0" err="1"/>
              <a:t>sånger</a:t>
            </a:r>
            <a:endParaRPr lang="en-US" dirty="0"/>
          </a:p>
          <a:p>
            <a:pPr lvl="1"/>
            <a:r>
              <a:rPr lang="en-US" dirty="0"/>
              <a:t>Har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bakgrundsrutin</a:t>
            </a:r>
            <a:r>
              <a:rPr lang="en-US" dirty="0"/>
              <a:t> </a:t>
            </a:r>
            <a:r>
              <a:rPr lang="en-US" dirty="0" err="1"/>
              <a:t>som</a:t>
            </a:r>
            <a:r>
              <a:rPr lang="en-US" dirty="0"/>
              <a:t> </a:t>
            </a:r>
            <a:r>
              <a:rPr lang="en-US" dirty="0" err="1"/>
              <a:t>kör</a:t>
            </a:r>
            <a:r>
              <a:rPr lang="en-US" dirty="0"/>
              <a:t> under </a:t>
            </a:r>
            <a:r>
              <a:rPr lang="en-US" b="1" dirty="0" err="1"/>
              <a:t>vsync</a:t>
            </a:r>
            <a:r>
              <a:rPr lang="en-US" b="1" dirty="0"/>
              <a:t>()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5DD9B22-A411-79BA-32DF-D56664DFE58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292633" y="365125"/>
            <a:ext cx="5181600" cy="347776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CC4D865-C675-F9D4-F8EE-269EDFF81B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8440" y="3890711"/>
            <a:ext cx="1983829" cy="2794125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91CF9305-A054-BF01-A9B2-08B6980EA55D}"/>
              </a:ext>
            </a:extLst>
          </p:cNvPr>
          <p:cNvSpPr/>
          <p:nvPr/>
        </p:nvSpPr>
        <p:spPr>
          <a:xfrm>
            <a:off x="8247442" y="6231301"/>
            <a:ext cx="1360449" cy="182880"/>
          </a:xfrm>
          <a:prstGeom prst="rect">
            <a:avLst/>
          </a:prstGeom>
          <a:noFill/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8258546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A7D4A-98C1-83C7-878D-F4FDF0B77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Ljud</a:t>
            </a:r>
            <a:r>
              <a:rPr lang="en-US" dirty="0"/>
              <a:t> – </a:t>
            </a:r>
            <a:r>
              <a:rPr lang="en-US" dirty="0" err="1"/>
              <a:t>sfx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9A15DA-DB7E-AB59-297E-7D51953DAE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Bara 4 </a:t>
            </a:r>
            <a:r>
              <a:rPr lang="en-US" dirty="0" err="1"/>
              <a:t>ljud-kanaler</a:t>
            </a:r>
            <a:r>
              <a:rPr lang="en-US" dirty="0"/>
              <a:t>!</a:t>
            </a:r>
          </a:p>
          <a:p>
            <a:r>
              <a:rPr lang="en-US" dirty="0" err="1"/>
              <a:t>hUGEDriver</a:t>
            </a:r>
            <a:r>
              <a:rPr lang="en-US" dirty="0"/>
              <a:t> </a:t>
            </a:r>
            <a:r>
              <a:rPr lang="en-US" dirty="0" err="1"/>
              <a:t>stödjer</a:t>
            </a:r>
            <a:r>
              <a:rPr lang="en-US" dirty="0"/>
              <a:t> </a:t>
            </a:r>
            <a:r>
              <a:rPr lang="en-US" dirty="0" err="1"/>
              <a:t>att</a:t>
            </a:r>
            <a:r>
              <a:rPr lang="en-US" dirty="0"/>
              <a:t> </a:t>
            </a:r>
            <a:r>
              <a:rPr lang="en-US" dirty="0" err="1"/>
              <a:t>stänga</a:t>
            </a:r>
            <a:r>
              <a:rPr lang="en-US" dirty="0"/>
              <a:t> av </a:t>
            </a:r>
            <a:r>
              <a:rPr lang="en-US" dirty="0" err="1"/>
              <a:t>musiken</a:t>
            </a:r>
            <a:r>
              <a:rPr lang="en-US" dirty="0"/>
              <a:t> </a:t>
            </a:r>
            <a:r>
              <a:rPr lang="en-US" dirty="0" err="1"/>
              <a:t>på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/</a:t>
            </a:r>
            <a:r>
              <a:rPr lang="en-US" dirty="0" err="1"/>
              <a:t>flera</a:t>
            </a:r>
            <a:r>
              <a:rPr lang="en-US" dirty="0"/>
              <a:t> av </a:t>
            </a:r>
            <a:r>
              <a:rPr lang="en-US" dirty="0" err="1"/>
              <a:t>kanalerna</a:t>
            </a:r>
            <a:r>
              <a:rPr lang="en-US" dirty="0"/>
              <a:t> för </a:t>
            </a:r>
            <a:r>
              <a:rPr lang="en-US" dirty="0" err="1"/>
              <a:t>att</a:t>
            </a:r>
            <a:r>
              <a:rPr lang="en-US" dirty="0"/>
              <a:t> </a:t>
            </a:r>
            <a:r>
              <a:rPr lang="en-US" dirty="0" err="1"/>
              <a:t>spela</a:t>
            </a:r>
            <a:r>
              <a:rPr lang="en-US" dirty="0"/>
              <a:t> </a:t>
            </a:r>
            <a:r>
              <a:rPr lang="en-US" dirty="0" err="1"/>
              <a:t>ljudeffekter</a:t>
            </a:r>
            <a:r>
              <a:rPr lang="en-US" dirty="0"/>
              <a:t> </a:t>
            </a:r>
            <a:r>
              <a:rPr lang="en-US" dirty="0" err="1"/>
              <a:t>på</a:t>
            </a:r>
            <a:r>
              <a:rPr lang="en-US" dirty="0"/>
              <a:t> dem </a:t>
            </a:r>
            <a:r>
              <a:rPr lang="en-US" dirty="0" err="1"/>
              <a:t>istället</a:t>
            </a:r>
            <a:endParaRPr lang="en-US" dirty="0"/>
          </a:p>
          <a:p>
            <a:r>
              <a:rPr lang="en-US" dirty="0"/>
              <a:t>Har </a:t>
            </a:r>
            <a:r>
              <a:rPr lang="en-US" dirty="0" err="1"/>
              <a:t>inte</a:t>
            </a:r>
            <a:r>
              <a:rPr lang="en-US" dirty="0"/>
              <a:t> </a:t>
            </a:r>
            <a:r>
              <a:rPr lang="en-US" dirty="0" err="1"/>
              <a:t>experimenterat</a:t>
            </a:r>
            <a:r>
              <a:rPr lang="en-US" dirty="0"/>
              <a:t> med </a:t>
            </a:r>
            <a:r>
              <a:rPr lang="en-US" dirty="0" err="1"/>
              <a:t>detta</a:t>
            </a:r>
            <a:r>
              <a:rPr lang="en-US" dirty="0"/>
              <a:t>, men det </a:t>
            </a:r>
            <a:r>
              <a:rPr lang="en-US" dirty="0" err="1"/>
              <a:t>borde</a:t>
            </a:r>
            <a:r>
              <a:rPr lang="en-US" dirty="0"/>
              <a:t> </a:t>
            </a:r>
            <a:r>
              <a:rPr lang="en-US" dirty="0" err="1"/>
              <a:t>finnas</a:t>
            </a:r>
            <a:r>
              <a:rPr lang="en-US" dirty="0"/>
              <a:t> tutorials och </a:t>
            </a:r>
            <a:r>
              <a:rPr lang="en-US" dirty="0" err="1"/>
              <a:t>verktyg</a:t>
            </a:r>
            <a:r>
              <a:rPr lang="en-US" dirty="0"/>
              <a:t> online för </a:t>
            </a:r>
            <a:r>
              <a:rPr lang="en-US" dirty="0" err="1"/>
              <a:t>att</a:t>
            </a:r>
            <a:r>
              <a:rPr lang="en-US" dirty="0"/>
              <a:t> </a:t>
            </a:r>
            <a:r>
              <a:rPr lang="en-US" dirty="0" err="1"/>
              <a:t>göra</a:t>
            </a:r>
            <a:r>
              <a:rPr lang="en-US" dirty="0"/>
              <a:t> </a:t>
            </a:r>
            <a:r>
              <a:rPr lang="en-US" dirty="0" err="1"/>
              <a:t>ljudeffekter</a:t>
            </a:r>
            <a:r>
              <a:rPr lang="en-US" dirty="0"/>
              <a:t> till Gameboy</a:t>
            </a:r>
          </a:p>
          <a:p>
            <a:r>
              <a:rPr lang="en-US" dirty="0" err="1"/>
              <a:t>Behöver</a:t>
            </a:r>
            <a:r>
              <a:rPr lang="en-US" dirty="0"/>
              <a:t> </a:t>
            </a:r>
            <a:r>
              <a:rPr lang="en-US" dirty="0" err="1"/>
              <a:t>skriva</a:t>
            </a:r>
            <a:r>
              <a:rPr lang="en-US" dirty="0"/>
              <a:t> </a:t>
            </a:r>
            <a:r>
              <a:rPr lang="en-US" dirty="0" err="1"/>
              <a:t>direkt</a:t>
            </a:r>
            <a:r>
              <a:rPr lang="en-US" dirty="0"/>
              <a:t> till </a:t>
            </a:r>
            <a:r>
              <a:rPr lang="en-US" dirty="0" err="1"/>
              <a:t>ljudregister</a:t>
            </a:r>
            <a:endParaRPr lang="en-US" dirty="0"/>
          </a:p>
          <a:p>
            <a:pPr lvl="1"/>
            <a:r>
              <a:rPr lang="en-US" dirty="0" err="1"/>
              <a:t>GBSound</a:t>
            </a:r>
            <a:r>
              <a:rPr lang="en-US" dirty="0"/>
              <a:t>: https://www.gamebrew.org/wiki/Game_Boy_Sound_Manipulator_GB</a:t>
            </a:r>
          </a:p>
        </p:txBody>
      </p:sp>
    </p:spTree>
    <p:extLst>
      <p:ext uri="{BB962C8B-B14F-4D97-AF65-F5344CB8AC3E}">
        <p14:creationId xmlns:p14="http://schemas.microsoft.com/office/powerpoint/2010/main" val="13963207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A09848-C4D9-CD44-9562-CC03E769D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GB" dirty="0"/>
              <a:t>Debugging</a:t>
            </a:r>
            <a:endParaRPr lang="en-SE" dirty="0"/>
          </a:p>
        </p:txBody>
      </p:sp>
      <p:pic>
        <p:nvPicPr>
          <p:cNvPr id="16" name="Content Placeholder 15">
            <a:extLst>
              <a:ext uri="{FF2B5EF4-FFF2-40B4-BE49-F238E27FC236}">
                <a16:creationId xmlns:a16="http://schemas.microsoft.com/office/drawing/2014/main" id="{A35A2842-41CF-8645-9CD4-8583D6B70B0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356586" y="728645"/>
            <a:ext cx="7830531" cy="5264749"/>
          </a:xfrm>
          <a:prstGeom prst="rect">
            <a:avLst/>
          </a:prstGeom>
        </p:spPr>
      </p:pic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45DC17E8-4513-9CB0-CA26-2FD710E351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3081950" cy="4351338"/>
          </a:xfrm>
        </p:spPr>
        <p:txBody>
          <a:bodyPr/>
          <a:lstStyle/>
          <a:p>
            <a:r>
              <a:rPr lang="en-GB" dirty="0" err="1"/>
              <a:t>MesenCE</a:t>
            </a:r>
            <a:r>
              <a:rPr lang="en-GB" dirty="0"/>
              <a:t> </a:t>
            </a:r>
            <a:r>
              <a:rPr lang="en-GB" dirty="0" err="1"/>
              <a:t>har</a:t>
            </a:r>
            <a:r>
              <a:rPr lang="en-GB" dirty="0"/>
              <a:t> </a:t>
            </a:r>
            <a:r>
              <a:rPr lang="en-GB" dirty="0" err="1"/>
              <a:t>en</a:t>
            </a:r>
            <a:r>
              <a:rPr lang="en-GB" dirty="0"/>
              <a:t> </a:t>
            </a:r>
            <a:r>
              <a:rPr lang="en-GB" dirty="0" err="1"/>
              <a:t>hel</a:t>
            </a:r>
            <a:r>
              <a:rPr lang="en-GB" dirty="0"/>
              <a:t> del </a:t>
            </a:r>
            <a:r>
              <a:rPr lang="en-GB" dirty="0" err="1"/>
              <a:t>inbyggt</a:t>
            </a:r>
            <a:endParaRPr lang="en-GB" dirty="0"/>
          </a:p>
          <a:p>
            <a:r>
              <a:rPr lang="en-GB" dirty="0"/>
              <a:t>Kan </a:t>
            </a:r>
            <a:r>
              <a:rPr lang="en-GB" dirty="0" err="1"/>
              <a:t>kika</a:t>
            </a:r>
            <a:r>
              <a:rPr lang="en-GB" dirty="0"/>
              <a:t> </a:t>
            </a:r>
            <a:r>
              <a:rPr lang="en-GB" dirty="0" err="1"/>
              <a:t>på</a:t>
            </a:r>
            <a:r>
              <a:rPr lang="en-GB" dirty="0"/>
              <a:t> </a:t>
            </a:r>
            <a:r>
              <a:rPr lang="en-GB" dirty="0" err="1"/>
              <a:t>vad</a:t>
            </a:r>
            <a:r>
              <a:rPr lang="en-GB" dirty="0"/>
              <a:t> </a:t>
            </a:r>
            <a:r>
              <a:rPr lang="en-GB" dirty="0" err="1"/>
              <a:t>som</a:t>
            </a:r>
            <a:r>
              <a:rPr lang="en-GB" dirty="0"/>
              <a:t> ligger </a:t>
            </a:r>
            <a:r>
              <a:rPr lang="en-GB" dirty="0" err="1"/>
              <a:t>i</a:t>
            </a:r>
            <a:r>
              <a:rPr lang="en-GB" dirty="0"/>
              <a:t> </a:t>
            </a:r>
            <a:r>
              <a:rPr lang="en-GB" dirty="0" err="1"/>
              <a:t>olika</a:t>
            </a:r>
            <a:r>
              <a:rPr lang="en-GB" dirty="0"/>
              <a:t> </a:t>
            </a:r>
            <a:r>
              <a:rPr lang="en-GB" dirty="0" err="1"/>
              <a:t>delar</a:t>
            </a:r>
            <a:r>
              <a:rPr lang="en-GB" dirty="0"/>
              <a:t> </a:t>
            </a:r>
            <a:r>
              <a:rPr lang="en-GB" dirty="0" err="1"/>
              <a:t>av</a:t>
            </a:r>
            <a:r>
              <a:rPr lang="en-GB" dirty="0"/>
              <a:t> </a:t>
            </a:r>
            <a:r>
              <a:rPr lang="en-GB" dirty="0" err="1"/>
              <a:t>minnet</a:t>
            </a:r>
            <a:r>
              <a:rPr lang="en-GB" dirty="0"/>
              <a:t>, </a:t>
            </a:r>
            <a:r>
              <a:rPr lang="en-GB" dirty="0" err="1"/>
              <a:t>vart</a:t>
            </a:r>
            <a:r>
              <a:rPr lang="en-GB" dirty="0"/>
              <a:t> “</a:t>
            </a:r>
            <a:r>
              <a:rPr lang="en-GB" dirty="0" err="1"/>
              <a:t>kameran</a:t>
            </a:r>
            <a:r>
              <a:rPr lang="en-GB" dirty="0"/>
              <a:t>” </a:t>
            </a:r>
            <a:r>
              <a:rPr lang="en-GB" dirty="0" err="1"/>
              <a:t>är</a:t>
            </a:r>
            <a:r>
              <a:rPr lang="en-GB" dirty="0"/>
              <a:t>, </a:t>
            </a:r>
            <a:r>
              <a:rPr lang="en-GB" dirty="0" err="1"/>
              <a:t>steppa</a:t>
            </a:r>
            <a:r>
              <a:rPr lang="en-GB" dirty="0"/>
              <a:t> </a:t>
            </a:r>
            <a:r>
              <a:rPr lang="en-GB" dirty="0" err="1"/>
              <a:t>genom</a:t>
            </a:r>
            <a:r>
              <a:rPr lang="en-GB" dirty="0"/>
              <a:t> </a:t>
            </a:r>
            <a:r>
              <a:rPr lang="en-GB" dirty="0" err="1"/>
              <a:t>kod</a:t>
            </a:r>
            <a:r>
              <a:rPr lang="en-GB" dirty="0"/>
              <a:t> etc.</a:t>
            </a:r>
            <a:endParaRPr lang="en-SE" dirty="0"/>
          </a:p>
        </p:txBody>
      </p:sp>
    </p:spTree>
    <p:extLst>
      <p:ext uri="{BB962C8B-B14F-4D97-AF65-F5344CB8AC3E}">
        <p14:creationId xmlns:p14="http://schemas.microsoft.com/office/powerpoint/2010/main" val="27434432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CC8F28D-E432-00FB-F6DE-B62E5BAEE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Spelprojektet</a:t>
            </a:r>
            <a:r>
              <a:rPr lang="en-US" dirty="0"/>
              <a:t> </a:t>
            </a:r>
            <a:r>
              <a:rPr lang="en-US" dirty="0" err="1"/>
              <a:t>idag</a:t>
            </a:r>
            <a:endParaRPr lang="en-SE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F7AD053-0A65-0AB0-4728-2BE6B4C96F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Ett </a:t>
            </a:r>
            <a:r>
              <a:rPr lang="en-US" dirty="0" err="1"/>
              <a:t>skal</a:t>
            </a:r>
            <a:r>
              <a:rPr lang="en-US" dirty="0"/>
              <a:t> </a:t>
            </a:r>
            <a:r>
              <a:rPr lang="en-US" dirty="0" err="1"/>
              <a:t>som</a:t>
            </a:r>
            <a:r>
              <a:rPr lang="en-US" dirty="0"/>
              <a:t> </a:t>
            </a:r>
            <a:r>
              <a:rPr lang="en-US" dirty="0" err="1"/>
              <a:t>ritar</a:t>
            </a:r>
            <a:r>
              <a:rPr lang="en-US" dirty="0"/>
              <a:t> </a:t>
            </a:r>
            <a:r>
              <a:rPr lang="en-US" dirty="0" err="1"/>
              <a:t>upp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bakgrund</a:t>
            </a:r>
            <a:r>
              <a:rPr lang="en-US" dirty="0"/>
              <a:t>, </a:t>
            </a:r>
            <a:r>
              <a:rPr lang="en-US" dirty="0" err="1"/>
              <a:t>två</a:t>
            </a:r>
            <a:r>
              <a:rPr lang="en-US" dirty="0"/>
              <a:t> sprites (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spelare</a:t>
            </a:r>
            <a:r>
              <a:rPr lang="en-US" dirty="0"/>
              <a:t> </a:t>
            </a:r>
            <a:r>
              <a:rPr lang="en-US" dirty="0" err="1"/>
              <a:t>som</a:t>
            </a:r>
            <a:r>
              <a:rPr lang="en-US" dirty="0"/>
              <a:t> </a:t>
            </a:r>
            <a:r>
              <a:rPr lang="en-US" dirty="0" err="1"/>
              <a:t>kan</a:t>
            </a:r>
            <a:r>
              <a:rPr lang="en-US" dirty="0"/>
              <a:t> </a:t>
            </a:r>
            <a:r>
              <a:rPr lang="en-US" dirty="0" err="1"/>
              <a:t>röra</a:t>
            </a:r>
            <a:r>
              <a:rPr lang="en-US" dirty="0"/>
              <a:t> sig och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animerad</a:t>
            </a:r>
            <a:r>
              <a:rPr lang="en-US" dirty="0"/>
              <a:t> sprite) </a:t>
            </a:r>
            <a:r>
              <a:rPr lang="en-US" dirty="0" err="1"/>
              <a:t>samt</a:t>
            </a:r>
            <a:r>
              <a:rPr lang="en-US" dirty="0"/>
              <a:t> </a:t>
            </a:r>
            <a:r>
              <a:rPr lang="en-US" dirty="0" err="1"/>
              <a:t>spela</a:t>
            </a:r>
            <a:r>
              <a:rPr lang="en-US" dirty="0"/>
              <a:t> </a:t>
            </a:r>
            <a:r>
              <a:rPr lang="en-US" dirty="0" err="1"/>
              <a:t>musik</a:t>
            </a:r>
            <a:r>
              <a:rPr lang="en-US" dirty="0"/>
              <a:t> (</a:t>
            </a:r>
            <a:r>
              <a:rPr lang="en-US" dirty="0" err="1"/>
              <a:t>loopar</a:t>
            </a:r>
            <a:r>
              <a:rPr lang="en-US" dirty="0"/>
              <a:t>)</a:t>
            </a:r>
          </a:p>
          <a:p>
            <a:r>
              <a:rPr lang="en-US" dirty="0" err="1"/>
              <a:t>Användning</a:t>
            </a:r>
            <a:r>
              <a:rPr lang="en-US" dirty="0"/>
              <a:t> av </a:t>
            </a:r>
            <a:r>
              <a:rPr lang="en-US" b="1" dirty="0"/>
              <a:t>fixed</a:t>
            </a:r>
            <a:r>
              <a:rPr lang="en-US" dirty="0"/>
              <a:t> för subpixel </a:t>
            </a:r>
            <a:r>
              <a:rPr lang="en-US" dirty="0" err="1"/>
              <a:t>förflyttning</a:t>
            </a:r>
            <a:r>
              <a:rPr lang="en-US" dirty="0"/>
              <a:t> av </a:t>
            </a:r>
            <a:r>
              <a:rPr lang="en-US" dirty="0" err="1"/>
              <a:t>spelare</a:t>
            </a:r>
            <a:endParaRPr lang="en-US" dirty="0"/>
          </a:p>
          <a:p>
            <a:r>
              <a:rPr lang="en-US" dirty="0" err="1"/>
              <a:t>Uppdelat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flera</a:t>
            </a:r>
            <a:r>
              <a:rPr lang="en-US" dirty="0"/>
              <a:t> filer för </a:t>
            </a:r>
            <a:r>
              <a:rPr lang="en-US" dirty="0" err="1"/>
              <a:t>att</a:t>
            </a:r>
            <a:r>
              <a:rPr lang="en-US" dirty="0"/>
              <a:t> </a:t>
            </a:r>
            <a:r>
              <a:rPr lang="en-US" dirty="0" err="1"/>
              <a:t>försöka</a:t>
            </a:r>
            <a:r>
              <a:rPr lang="en-US" dirty="0"/>
              <a:t> </a:t>
            </a:r>
            <a:r>
              <a:rPr lang="en-US" dirty="0" err="1"/>
              <a:t>minimera</a:t>
            </a:r>
            <a:r>
              <a:rPr lang="en-US" dirty="0"/>
              <a:t> git-</a:t>
            </a:r>
            <a:r>
              <a:rPr lang="en-US" dirty="0" err="1"/>
              <a:t>konflikter</a:t>
            </a:r>
            <a:endParaRPr lang="en-US" dirty="0"/>
          </a:p>
          <a:p>
            <a:r>
              <a:rPr lang="en-US" dirty="0"/>
              <a:t>Lite assets </a:t>
            </a:r>
            <a:r>
              <a:rPr lang="en-US" dirty="0" err="1"/>
              <a:t>från</a:t>
            </a:r>
            <a:r>
              <a:rPr lang="en-US" dirty="0"/>
              <a:t> </a:t>
            </a:r>
            <a:r>
              <a:rPr lang="en-US" dirty="0" err="1"/>
              <a:t>nätet</a:t>
            </a:r>
            <a:r>
              <a:rPr lang="en-US" dirty="0"/>
              <a:t>, </a:t>
            </a:r>
            <a:r>
              <a:rPr lang="en-US" dirty="0" err="1"/>
              <a:t>konverterade</a:t>
            </a:r>
            <a:r>
              <a:rPr lang="en-US" dirty="0"/>
              <a:t> till </a:t>
            </a:r>
            <a:r>
              <a:rPr lang="en-US" b="1" dirty="0"/>
              <a:t>.h/.c</a:t>
            </a:r>
          </a:p>
          <a:p>
            <a:r>
              <a:rPr lang="en-US" dirty="0" err="1"/>
              <a:t>Buggar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Paletter</a:t>
            </a:r>
            <a:r>
              <a:rPr lang="en-US" dirty="0"/>
              <a:t> visas </a:t>
            </a:r>
            <a:r>
              <a:rPr lang="en-US" dirty="0" err="1"/>
              <a:t>inte</a:t>
            </a:r>
            <a:r>
              <a:rPr lang="en-US" dirty="0"/>
              <a:t> </a:t>
            </a:r>
            <a:r>
              <a:rPr lang="en-US" dirty="0" err="1"/>
              <a:t>korrekt</a:t>
            </a:r>
            <a:r>
              <a:rPr lang="en-US" dirty="0"/>
              <a:t> för sprites (</a:t>
            </a:r>
            <a:r>
              <a:rPr lang="en-US" dirty="0" err="1"/>
              <a:t>fel</a:t>
            </a:r>
            <a:r>
              <a:rPr lang="en-US" dirty="0"/>
              <a:t> </a:t>
            </a:r>
            <a:r>
              <a:rPr lang="en-US" dirty="0" err="1"/>
              <a:t>färger</a:t>
            </a:r>
            <a:r>
              <a:rPr lang="en-US" dirty="0"/>
              <a:t>). </a:t>
            </a:r>
            <a:r>
              <a:rPr lang="en-US" dirty="0" err="1"/>
              <a:t>Verkar</a:t>
            </a:r>
            <a:r>
              <a:rPr lang="en-US" dirty="0"/>
              <a:t> ha </a:t>
            </a:r>
            <a:r>
              <a:rPr lang="en-US" dirty="0" err="1"/>
              <a:t>exporterats</a:t>
            </a:r>
            <a:r>
              <a:rPr lang="en-US" dirty="0"/>
              <a:t> </a:t>
            </a:r>
            <a:r>
              <a:rPr lang="en-US" dirty="0" err="1"/>
              <a:t>fel</a:t>
            </a:r>
            <a:r>
              <a:rPr lang="en-US" dirty="0"/>
              <a:t>?</a:t>
            </a:r>
          </a:p>
          <a:p>
            <a:pPr lvl="1"/>
            <a:r>
              <a:rPr lang="en-US" b="1" dirty="0" err="1"/>
              <a:t>set_bkg_submap_attributes</a:t>
            </a:r>
            <a:r>
              <a:rPr lang="en-US" b="1" dirty="0"/>
              <a:t>() </a:t>
            </a:r>
            <a:r>
              <a:rPr lang="en-US" dirty="0" err="1"/>
              <a:t>verkar</a:t>
            </a:r>
            <a:r>
              <a:rPr lang="en-US" dirty="0"/>
              <a:t> </a:t>
            </a:r>
            <a:r>
              <a:rPr lang="en-US" dirty="0" err="1"/>
              <a:t>inte</a:t>
            </a:r>
            <a:r>
              <a:rPr lang="en-US" dirty="0"/>
              <a:t> </a:t>
            </a:r>
            <a:r>
              <a:rPr lang="en-US" dirty="0" err="1"/>
              <a:t>funka</a:t>
            </a:r>
            <a:r>
              <a:rPr lang="en-US" dirty="0"/>
              <a:t> </a:t>
            </a:r>
            <a:r>
              <a:rPr lang="en-US" dirty="0" err="1"/>
              <a:t>korrekt</a:t>
            </a:r>
            <a:r>
              <a:rPr lang="en-US" dirty="0"/>
              <a:t>, </a:t>
            </a:r>
            <a:r>
              <a:rPr lang="en-US" dirty="0" err="1"/>
              <a:t>vilket</a:t>
            </a:r>
            <a:r>
              <a:rPr lang="en-US" dirty="0"/>
              <a:t> </a:t>
            </a:r>
            <a:r>
              <a:rPr lang="en-US" dirty="0" err="1"/>
              <a:t>behövs</a:t>
            </a:r>
            <a:r>
              <a:rPr lang="en-US" dirty="0"/>
              <a:t> för </a:t>
            </a:r>
            <a:r>
              <a:rPr lang="en-US" dirty="0" err="1"/>
              <a:t>att</a:t>
            </a:r>
            <a:r>
              <a:rPr lang="en-US" dirty="0"/>
              <a:t> </a:t>
            </a:r>
            <a:r>
              <a:rPr lang="en-US" dirty="0" err="1"/>
              <a:t>sätta</a:t>
            </a:r>
            <a:r>
              <a:rPr lang="en-US" dirty="0"/>
              <a:t> </a:t>
            </a:r>
            <a:r>
              <a:rPr lang="en-US" dirty="0" err="1"/>
              <a:t>fliph</a:t>
            </a:r>
            <a:r>
              <a:rPr lang="en-US" dirty="0"/>
              <a:t>/</a:t>
            </a:r>
            <a:r>
              <a:rPr lang="en-US" dirty="0" err="1"/>
              <a:t>flipv</a:t>
            </a:r>
            <a:r>
              <a:rPr lang="en-US" dirty="0"/>
              <a:t> </a:t>
            </a:r>
            <a:r>
              <a:rPr lang="en-US" dirty="0" err="1"/>
              <a:t>flaggorna</a:t>
            </a:r>
            <a:r>
              <a:rPr lang="en-US" dirty="0"/>
              <a:t>, </a:t>
            </a:r>
            <a:r>
              <a:rPr lang="en-US" dirty="0" err="1"/>
              <a:t>så</a:t>
            </a:r>
            <a:r>
              <a:rPr lang="en-US" dirty="0"/>
              <a:t> visa tiles </a:t>
            </a:r>
            <a:r>
              <a:rPr lang="en-US" dirty="0" err="1"/>
              <a:t>renderas</a:t>
            </a:r>
            <a:r>
              <a:rPr lang="en-US" dirty="0"/>
              <a:t> </a:t>
            </a:r>
            <a:r>
              <a:rPr lang="en-US" dirty="0" err="1"/>
              <a:t>fel</a:t>
            </a:r>
            <a:r>
              <a:rPr lang="en-US" dirty="0"/>
              <a:t>. </a:t>
            </a:r>
            <a:r>
              <a:rPr lang="en-US" dirty="0" err="1"/>
              <a:t>Måste</a:t>
            </a:r>
            <a:r>
              <a:rPr lang="en-US" dirty="0"/>
              <a:t> </a:t>
            </a:r>
            <a:r>
              <a:rPr lang="en-US" dirty="0" err="1"/>
              <a:t>läsa</a:t>
            </a:r>
            <a:r>
              <a:rPr lang="en-US" dirty="0"/>
              <a:t> </a:t>
            </a:r>
            <a:r>
              <a:rPr lang="en-US" dirty="0" err="1"/>
              <a:t>på</a:t>
            </a:r>
            <a:r>
              <a:rPr lang="en-US" dirty="0"/>
              <a:t> </a:t>
            </a:r>
            <a:r>
              <a:rPr lang="en-US" dirty="0" err="1"/>
              <a:t>mer</a:t>
            </a:r>
            <a:r>
              <a:rPr lang="en-US" dirty="0"/>
              <a:t> om </a:t>
            </a:r>
            <a:r>
              <a:rPr lang="en-US" dirty="0" err="1"/>
              <a:t>APIt</a:t>
            </a:r>
            <a:r>
              <a:rPr lang="en-US" dirty="0"/>
              <a:t>, och om </a:t>
            </a:r>
            <a:r>
              <a:rPr lang="en-US" dirty="0" err="1"/>
              <a:t>hårdvaran</a:t>
            </a:r>
            <a:r>
              <a:rPr lang="en-US" dirty="0"/>
              <a:t>/</a:t>
            </a:r>
            <a:r>
              <a:rPr lang="en-US" dirty="0" err="1"/>
              <a:t>emulatorn</a:t>
            </a:r>
            <a:r>
              <a:rPr lang="en-US" dirty="0"/>
              <a:t> </a:t>
            </a:r>
            <a:r>
              <a:rPr lang="en-US" dirty="0" err="1"/>
              <a:t>stödjer</a:t>
            </a:r>
            <a:r>
              <a:rPr lang="en-US" dirty="0"/>
              <a:t> </a:t>
            </a:r>
            <a:r>
              <a:rPr lang="en-US" dirty="0" err="1"/>
              <a:t>detta</a:t>
            </a:r>
            <a:endParaRPr lang="en-US" dirty="0"/>
          </a:p>
          <a:p>
            <a:pPr lvl="1"/>
            <a:r>
              <a:rPr lang="en-US" dirty="0"/>
              <a:t>Make-</a:t>
            </a:r>
            <a:r>
              <a:rPr lang="en-US" dirty="0" err="1"/>
              <a:t>relaterade</a:t>
            </a:r>
            <a:r>
              <a:rPr lang="en-US" dirty="0"/>
              <a:t> </a:t>
            </a:r>
            <a:r>
              <a:rPr lang="en-US" dirty="0" err="1"/>
              <a:t>buggar</a:t>
            </a:r>
            <a:r>
              <a:rPr lang="en-US" dirty="0"/>
              <a:t>; </a:t>
            </a:r>
            <a:r>
              <a:rPr lang="en-US" dirty="0" err="1"/>
              <a:t>kör</a:t>
            </a:r>
            <a:r>
              <a:rPr lang="en-US" dirty="0"/>
              <a:t> </a:t>
            </a:r>
            <a:r>
              <a:rPr lang="en-US" b="1" dirty="0"/>
              <a:t>make clean</a:t>
            </a:r>
            <a:endParaRPr lang="en-SE" b="1" dirty="0"/>
          </a:p>
        </p:txBody>
      </p:sp>
    </p:spTree>
    <p:extLst>
      <p:ext uri="{BB962C8B-B14F-4D97-AF65-F5344CB8AC3E}">
        <p14:creationId xmlns:p14="http://schemas.microsoft.com/office/powerpoint/2010/main" val="41707091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78BE27-8FBE-DE47-23CB-F212592C4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Gamejam</a:t>
            </a:r>
            <a:r>
              <a:rPr lang="en-US" dirty="0"/>
              <a:t> - Vad </a:t>
            </a:r>
            <a:r>
              <a:rPr lang="en-US" dirty="0" err="1"/>
              <a:t>gör</a:t>
            </a:r>
            <a:r>
              <a:rPr lang="en-US" dirty="0"/>
              <a:t> vi </a:t>
            </a:r>
            <a:r>
              <a:rPr lang="en-US" dirty="0" err="1"/>
              <a:t>härnäst</a:t>
            </a:r>
            <a:r>
              <a:rPr lang="en-US" dirty="0"/>
              <a:t>?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3C99BF-C5BA-254D-4A25-4B662EF911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Vad för </a:t>
            </a:r>
            <a:r>
              <a:rPr lang="en-US" dirty="0" err="1"/>
              <a:t>typ</a:t>
            </a:r>
            <a:r>
              <a:rPr lang="en-US" dirty="0"/>
              <a:t> av </a:t>
            </a:r>
            <a:r>
              <a:rPr lang="en-US" dirty="0" err="1"/>
              <a:t>spel</a:t>
            </a:r>
            <a:r>
              <a:rPr lang="en-US" dirty="0"/>
              <a:t> </a:t>
            </a:r>
            <a:r>
              <a:rPr lang="en-US" dirty="0" err="1"/>
              <a:t>vill</a:t>
            </a:r>
            <a:r>
              <a:rPr lang="en-US" dirty="0"/>
              <a:t> vi </a:t>
            </a:r>
            <a:r>
              <a:rPr lang="en-US" dirty="0" err="1"/>
              <a:t>göra</a:t>
            </a:r>
            <a:r>
              <a:rPr lang="en-US" dirty="0"/>
              <a:t>?</a:t>
            </a:r>
          </a:p>
          <a:p>
            <a:r>
              <a:rPr lang="en-US" dirty="0"/>
              <a:t>Tema/</a:t>
            </a:r>
            <a:r>
              <a:rPr lang="en-US" dirty="0" err="1"/>
              <a:t>spelidéer</a:t>
            </a:r>
            <a:r>
              <a:rPr lang="en-US" dirty="0"/>
              <a:t>?</a:t>
            </a:r>
          </a:p>
          <a:p>
            <a:r>
              <a:rPr lang="en-US" dirty="0"/>
              <a:t>Hur </a:t>
            </a:r>
            <a:r>
              <a:rPr lang="en-US" dirty="0" err="1"/>
              <a:t>stora</a:t>
            </a:r>
            <a:r>
              <a:rPr lang="en-US" dirty="0"/>
              <a:t> </a:t>
            </a:r>
            <a:r>
              <a:rPr lang="en-US" dirty="0" err="1"/>
              <a:t>grupper</a:t>
            </a:r>
            <a:r>
              <a:rPr lang="en-US" dirty="0"/>
              <a:t>? Bara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grupp</a:t>
            </a:r>
            <a:r>
              <a:rPr lang="en-US" dirty="0"/>
              <a:t>?</a:t>
            </a:r>
          </a:p>
          <a:p>
            <a:r>
              <a:rPr lang="en-US" dirty="0"/>
              <a:t>Vem </a:t>
            </a:r>
            <a:r>
              <a:rPr lang="en-US" dirty="0" err="1"/>
              <a:t>gör</a:t>
            </a:r>
            <a:r>
              <a:rPr lang="en-US" dirty="0"/>
              <a:t> </a:t>
            </a:r>
            <a:r>
              <a:rPr lang="en-US" dirty="0" err="1"/>
              <a:t>vad</a:t>
            </a:r>
            <a:r>
              <a:rPr lang="en-US" dirty="0"/>
              <a:t>?</a:t>
            </a:r>
          </a:p>
          <a:p>
            <a:r>
              <a:rPr lang="en-US" dirty="0"/>
              <a:t>Vill vi </a:t>
            </a:r>
            <a:r>
              <a:rPr lang="en-US" dirty="0" err="1"/>
              <a:t>ändra</a:t>
            </a:r>
            <a:r>
              <a:rPr lang="en-US" dirty="0"/>
              <a:t> </a:t>
            </a:r>
            <a:r>
              <a:rPr lang="en-US" dirty="0" err="1"/>
              <a:t>något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kodens</a:t>
            </a:r>
            <a:r>
              <a:rPr lang="en-US" dirty="0"/>
              <a:t> </a:t>
            </a:r>
            <a:r>
              <a:rPr lang="en-US" dirty="0" err="1"/>
              <a:t>upplägg</a:t>
            </a:r>
            <a:r>
              <a:rPr lang="en-US" dirty="0"/>
              <a:t>?</a:t>
            </a:r>
            <a:endParaRPr lang="en-SE" dirty="0"/>
          </a:p>
        </p:txBody>
      </p:sp>
    </p:spTree>
    <p:extLst>
      <p:ext uri="{BB962C8B-B14F-4D97-AF65-F5344CB8AC3E}">
        <p14:creationId xmlns:p14="http://schemas.microsoft.com/office/powerpoint/2010/main" val="29471021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216</TotalTime>
  <Words>1605</Words>
  <Application>Microsoft Office PowerPoint</Application>
  <PresentationFormat>Widescreen</PresentationFormat>
  <Paragraphs>155</Paragraphs>
  <Slides>22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Aptos</vt:lpstr>
      <vt:lpstr>Aptos Display</vt:lpstr>
      <vt:lpstr>Arial</vt:lpstr>
      <vt:lpstr>Office Theme</vt:lpstr>
      <vt:lpstr>Game Boy utveckling med GBDK</vt:lpstr>
      <vt:lpstr>Målet</vt:lpstr>
      <vt:lpstr>Getting started</vt:lpstr>
      <vt:lpstr>Ramverket GBDK</vt:lpstr>
      <vt:lpstr>Installera allt</vt:lpstr>
      <vt:lpstr>Hur funkar ett Game Boy (Color)?</vt:lpstr>
      <vt:lpstr>Begränsningar</vt:lpstr>
      <vt:lpstr>Detaljerna</vt:lpstr>
      <vt:lpstr>Spelloop (förslag)</vt:lpstr>
      <vt:lpstr>Grafik</vt:lpstr>
      <vt:lpstr>Grafik - färger</vt:lpstr>
      <vt:lpstr>Grafik - bakgrund</vt:lpstr>
      <vt:lpstr>Grafik - sprites</vt:lpstr>
      <vt:lpstr>png2asset</vt:lpstr>
      <vt:lpstr>Grafik – “window” layer</vt:lpstr>
      <vt:lpstr>Grafik – drawing.h</vt:lpstr>
      <vt:lpstr>Input</vt:lpstr>
      <vt:lpstr>Ljud – musik</vt:lpstr>
      <vt:lpstr>Ljud – sfx</vt:lpstr>
      <vt:lpstr>Debugging</vt:lpstr>
      <vt:lpstr>Spelprojektet idag</vt:lpstr>
      <vt:lpstr>Gamejam - Vad gör vi härnäst?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Per Lenander</dc:creator>
  <cp:lastModifiedBy>Per Lenander</cp:lastModifiedBy>
  <cp:revision>12</cp:revision>
  <dcterms:created xsi:type="dcterms:W3CDTF">2026-10-04T12:57:23Z</dcterms:created>
  <dcterms:modified xsi:type="dcterms:W3CDTF">2026-10-08T14:05:59Z</dcterms:modified>
</cp:coreProperties>
</file>